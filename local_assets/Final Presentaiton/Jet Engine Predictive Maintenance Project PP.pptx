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comments/modernComment_119_C6CFB485.xml" ContentType="application/vnd.ms-powerpoint.comments+xml"/>
  <Override PartName="/ppt/comments/modernComment_11B_7D0CF54B.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5"/>
  </p:sldMasterIdLst>
  <p:notesMasterIdLst>
    <p:notesMasterId r:id="rId14"/>
  </p:notesMasterIdLst>
  <p:sldIdLst>
    <p:sldId id="257" r:id="rId6"/>
    <p:sldId id="280" r:id="rId7"/>
    <p:sldId id="279" r:id="rId8"/>
    <p:sldId id="281" r:id="rId9"/>
    <p:sldId id="282" r:id="rId10"/>
    <p:sldId id="283" r:id="rId11"/>
    <p:sldId id="284" r:id="rId12"/>
    <p:sldId id="285" r:id="rId13"/>
  </p:sldIdLst>
  <p:sldSz cx="10969625" cy="6170613"/>
  <p:notesSz cx="6858000" cy="9144000"/>
  <p:custDataLst>
    <p:tags r:id="rId15"/>
  </p:custDataLst>
  <p:defaultTextStyle>
    <a:defPPr>
      <a:defRPr lang="de-DE"/>
    </a:defPPr>
    <a:lvl1pPr algn="l" rtl="0" fontAlgn="base">
      <a:spcBef>
        <a:spcPct val="0"/>
      </a:spcBef>
      <a:spcAft>
        <a:spcPct val="0"/>
      </a:spcAft>
      <a:defRPr kern="1200">
        <a:solidFill>
          <a:schemeClr val="tx1"/>
        </a:solidFill>
        <a:latin typeface="Bosch Office Sans" pitchFamily="34" charset="0"/>
        <a:ea typeface="+mn-ea"/>
        <a:cs typeface="+mn-cs"/>
      </a:defRPr>
    </a:lvl1pPr>
    <a:lvl2pPr marL="411137" algn="l" rtl="0" fontAlgn="base">
      <a:spcBef>
        <a:spcPct val="0"/>
      </a:spcBef>
      <a:spcAft>
        <a:spcPct val="0"/>
      </a:spcAft>
      <a:defRPr kern="1200">
        <a:solidFill>
          <a:schemeClr val="tx1"/>
        </a:solidFill>
        <a:latin typeface="Bosch Office Sans" pitchFamily="34" charset="0"/>
        <a:ea typeface="+mn-ea"/>
        <a:cs typeface="+mn-cs"/>
      </a:defRPr>
    </a:lvl2pPr>
    <a:lvl3pPr marL="822275" algn="l" rtl="0" fontAlgn="base">
      <a:spcBef>
        <a:spcPct val="0"/>
      </a:spcBef>
      <a:spcAft>
        <a:spcPct val="0"/>
      </a:spcAft>
      <a:defRPr kern="1200">
        <a:solidFill>
          <a:schemeClr val="tx1"/>
        </a:solidFill>
        <a:latin typeface="Bosch Office Sans" pitchFamily="34" charset="0"/>
        <a:ea typeface="+mn-ea"/>
        <a:cs typeface="+mn-cs"/>
      </a:defRPr>
    </a:lvl3pPr>
    <a:lvl4pPr marL="1233411" algn="l" rtl="0" fontAlgn="base">
      <a:spcBef>
        <a:spcPct val="0"/>
      </a:spcBef>
      <a:spcAft>
        <a:spcPct val="0"/>
      </a:spcAft>
      <a:defRPr kern="1200">
        <a:solidFill>
          <a:schemeClr val="tx1"/>
        </a:solidFill>
        <a:latin typeface="Bosch Office Sans" pitchFamily="34" charset="0"/>
        <a:ea typeface="+mn-ea"/>
        <a:cs typeface="+mn-cs"/>
      </a:defRPr>
    </a:lvl4pPr>
    <a:lvl5pPr marL="1644549" algn="l" rtl="0" fontAlgn="base">
      <a:spcBef>
        <a:spcPct val="0"/>
      </a:spcBef>
      <a:spcAft>
        <a:spcPct val="0"/>
      </a:spcAft>
      <a:defRPr kern="1200">
        <a:solidFill>
          <a:schemeClr val="tx1"/>
        </a:solidFill>
        <a:latin typeface="Bosch Office Sans" pitchFamily="34" charset="0"/>
        <a:ea typeface="+mn-ea"/>
        <a:cs typeface="+mn-cs"/>
      </a:defRPr>
    </a:lvl5pPr>
    <a:lvl6pPr marL="2055686" algn="l" defTabSz="822275" rtl="0" eaLnBrk="1" latinLnBrk="0" hangingPunct="1">
      <a:defRPr kern="1200">
        <a:solidFill>
          <a:schemeClr val="tx1"/>
        </a:solidFill>
        <a:latin typeface="Bosch Office Sans" pitchFamily="34" charset="0"/>
        <a:ea typeface="+mn-ea"/>
        <a:cs typeface="+mn-cs"/>
      </a:defRPr>
    </a:lvl6pPr>
    <a:lvl7pPr marL="2466823" algn="l" defTabSz="822275" rtl="0" eaLnBrk="1" latinLnBrk="0" hangingPunct="1">
      <a:defRPr kern="1200">
        <a:solidFill>
          <a:schemeClr val="tx1"/>
        </a:solidFill>
        <a:latin typeface="Bosch Office Sans" pitchFamily="34" charset="0"/>
        <a:ea typeface="+mn-ea"/>
        <a:cs typeface="+mn-cs"/>
      </a:defRPr>
    </a:lvl7pPr>
    <a:lvl8pPr marL="2877960" algn="l" defTabSz="822275" rtl="0" eaLnBrk="1" latinLnBrk="0" hangingPunct="1">
      <a:defRPr kern="1200">
        <a:solidFill>
          <a:schemeClr val="tx1"/>
        </a:solidFill>
        <a:latin typeface="Bosch Office Sans" pitchFamily="34" charset="0"/>
        <a:ea typeface="+mn-ea"/>
        <a:cs typeface="+mn-cs"/>
      </a:defRPr>
    </a:lvl8pPr>
    <a:lvl9pPr marL="3289097" algn="l" defTabSz="822275" rtl="0" eaLnBrk="1" latinLnBrk="0" hangingPunct="1">
      <a:defRPr kern="1200">
        <a:solidFill>
          <a:schemeClr val="tx1"/>
        </a:solidFill>
        <a:latin typeface="Bosch Office Sans" pitchFamily="34" charset="0"/>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D631DBD-2F9C-7D00-4B0B-0673A44FAC8B}" name="Khamess Nael (XC-AS/EDA4)" initials="NK" userId="S::knh4abt@bosch.com::611010a8-024c-4181-bbb2-e7a954f8acc3"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671761"/>
    <a:srgbClr val="DEE0E3"/>
    <a:srgbClr val="8442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56E919-FB1D-4411-8A0C-1804E9394D63}" v="68" dt="2025-12-04T08:51:06.4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06" autoAdjust="0"/>
    <p:restoredTop sz="94660"/>
  </p:normalViewPr>
  <p:slideViewPr>
    <p:cSldViewPr snapToGrid="0">
      <p:cViewPr>
        <p:scale>
          <a:sx n="200" d="100"/>
          <a:sy n="200" d="100"/>
        </p:scale>
        <p:origin x="1830" y="-103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1.xml"/><Relationship Id="rId15" Type="http://schemas.openxmlformats.org/officeDocument/2006/relationships/tags" Target="tags/tag1.xml"/><Relationship Id="rId10" Type="http://schemas.openxmlformats.org/officeDocument/2006/relationships/slide" Target="slides/slide5.xml"/><Relationship Id="rId19"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notesMaster" Target="notesMasters/notesMaster1.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amess Nael (XC-AS/EDA4)" userId="611010a8-024c-4181-bbb2-e7a954f8acc3" providerId="ADAL" clId="{FE56E919-FB1D-4411-8A0C-1804E9394D63}"/>
    <pc:docChg chg="undo redo custSel addSld modSld">
      <pc:chgData name="Khamess Nael (XC-AS/EDA4)" userId="611010a8-024c-4181-bbb2-e7a954f8acc3" providerId="ADAL" clId="{FE56E919-FB1D-4411-8A0C-1804E9394D63}" dt="2025-12-04T09:31:18.269" v="2377" actId="20577"/>
      <pc:docMkLst>
        <pc:docMk/>
      </pc:docMkLst>
      <pc:sldChg chg="modSp mod">
        <pc:chgData name="Khamess Nael (XC-AS/EDA4)" userId="611010a8-024c-4181-bbb2-e7a954f8acc3" providerId="ADAL" clId="{FE56E919-FB1D-4411-8A0C-1804E9394D63}" dt="2025-12-03T16:14:44.982" v="2093" actId="20577"/>
        <pc:sldMkLst>
          <pc:docMk/>
          <pc:sldMk cId="3542825556" sldId="257"/>
        </pc:sldMkLst>
        <pc:spChg chg="mod">
          <ac:chgData name="Khamess Nael (XC-AS/EDA4)" userId="611010a8-024c-4181-bbb2-e7a954f8acc3" providerId="ADAL" clId="{FE56E919-FB1D-4411-8A0C-1804E9394D63}" dt="2025-12-03T16:13:57.154" v="2077" actId="1076"/>
          <ac:spMkLst>
            <pc:docMk/>
            <pc:sldMk cId="3542825556" sldId="257"/>
            <ac:spMk id="3" creationId="{3CD1E7CA-399E-CDC7-41CB-E05331C34401}"/>
          </ac:spMkLst>
        </pc:spChg>
        <pc:spChg chg="mod">
          <ac:chgData name="Khamess Nael (XC-AS/EDA4)" userId="611010a8-024c-4181-bbb2-e7a954f8acc3" providerId="ADAL" clId="{FE56E919-FB1D-4411-8A0C-1804E9394D63}" dt="2025-12-03T16:14:44.982" v="2093" actId="20577"/>
          <ac:spMkLst>
            <pc:docMk/>
            <pc:sldMk cId="3542825556" sldId="257"/>
            <ac:spMk id="5" creationId="{8D8869A8-9CFD-73CD-16F3-71C385EEA90B}"/>
          </ac:spMkLst>
        </pc:spChg>
      </pc:sldChg>
      <pc:sldChg chg="addSp delSp modSp mod">
        <pc:chgData name="Khamess Nael (XC-AS/EDA4)" userId="611010a8-024c-4181-bbb2-e7a954f8acc3" providerId="ADAL" clId="{FE56E919-FB1D-4411-8A0C-1804E9394D63}" dt="2025-12-04T08:29:25.672" v="2194" actId="478"/>
        <pc:sldMkLst>
          <pc:docMk/>
          <pc:sldMk cId="1603803786" sldId="279"/>
        </pc:sldMkLst>
        <pc:spChg chg="add del mod">
          <ac:chgData name="Khamess Nael (XC-AS/EDA4)" userId="611010a8-024c-4181-bbb2-e7a954f8acc3" providerId="ADAL" clId="{FE56E919-FB1D-4411-8A0C-1804E9394D63}" dt="2025-12-04T08:29:25.672" v="2194" actId="478"/>
          <ac:spMkLst>
            <pc:docMk/>
            <pc:sldMk cId="1603803786" sldId="279"/>
            <ac:spMk id="5" creationId="{28CD0387-924A-31C6-D8D2-6142399A2C96}"/>
          </ac:spMkLst>
        </pc:spChg>
        <pc:spChg chg="mod">
          <ac:chgData name="Khamess Nael (XC-AS/EDA4)" userId="611010a8-024c-4181-bbb2-e7a954f8acc3" providerId="ADAL" clId="{FE56E919-FB1D-4411-8A0C-1804E9394D63}" dt="2025-12-03T09:26:33.915" v="1767" actId="20577"/>
          <ac:spMkLst>
            <pc:docMk/>
            <pc:sldMk cId="1603803786" sldId="279"/>
            <ac:spMk id="11" creationId="{F5BD82EE-DA71-A30D-DA60-52BC33DA10F8}"/>
          </ac:spMkLst>
        </pc:spChg>
        <pc:spChg chg="mod">
          <ac:chgData name="Khamess Nael (XC-AS/EDA4)" userId="611010a8-024c-4181-bbb2-e7a954f8acc3" providerId="ADAL" clId="{FE56E919-FB1D-4411-8A0C-1804E9394D63}" dt="2025-12-03T09:29:59.128" v="1795" actId="20577"/>
          <ac:spMkLst>
            <pc:docMk/>
            <pc:sldMk cId="1603803786" sldId="279"/>
            <ac:spMk id="16" creationId="{229F6243-0CE9-1DF6-9436-8C8931B6E50D}"/>
          </ac:spMkLst>
        </pc:spChg>
        <pc:grpChg chg="add del mod">
          <ac:chgData name="Khamess Nael (XC-AS/EDA4)" userId="611010a8-024c-4181-bbb2-e7a954f8acc3" providerId="ADAL" clId="{FE56E919-FB1D-4411-8A0C-1804E9394D63}" dt="2025-12-03T09:23:56.777" v="1726" actId="1076"/>
          <ac:grpSpMkLst>
            <pc:docMk/>
            <pc:sldMk cId="1603803786" sldId="279"/>
            <ac:grpSpMk id="14" creationId="{7297AC1C-DB9D-1049-304B-4E3379884AF4}"/>
          </ac:grpSpMkLst>
        </pc:grpChg>
        <pc:picChg chg="add mod modCrop">
          <ac:chgData name="Khamess Nael (XC-AS/EDA4)" userId="611010a8-024c-4181-bbb2-e7a954f8acc3" providerId="ADAL" clId="{FE56E919-FB1D-4411-8A0C-1804E9394D63}" dt="2025-12-04T08:28:25.647" v="2167" actId="1076"/>
          <ac:picMkLst>
            <pc:docMk/>
            <pc:sldMk cId="1603803786" sldId="279"/>
            <ac:picMk id="9" creationId="{F8F5A155-6B8C-2D93-0BFB-69C74F4A597B}"/>
          </ac:picMkLst>
        </pc:picChg>
        <pc:picChg chg="add del mod modCrop">
          <ac:chgData name="Khamess Nael (XC-AS/EDA4)" userId="611010a8-024c-4181-bbb2-e7a954f8acc3" providerId="ADAL" clId="{FE56E919-FB1D-4411-8A0C-1804E9394D63}" dt="2025-12-04T08:28:23.401" v="2166" actId="478"/>
          <ac:picMkLst>
            <pc:docMk/>
            <pc:sldMk cId="1603803786" sldId="279"/>
            <ac:picMk id="13" creationId="{C8BA1A1F-79BE-A1E2-8416-5737B9D7DA18}"/>
          </ac:picMkLst>
        </pc:picChg>
      </pc:sldChg>
      <pc:sldChg chg="addSp delSp modSp mod">
        <pc:chgData name="Khamess Nael (XC-AS/EDA4)" userId="611010a8-024c-4181-bbb2-e7a954f8acc3" providerId="ADAL" clId="{FE56E919-FB1D-4411-8A0C-1804E9394D63}" dt="2025-12-04T08:55:32.334" v="2280" actId="20577"/>
        <pc:sldMkLst>
          <pc:docMk/>
          <pc:sldMk cId="2472750729" sldId="280"/>
        </pc:sldMkLst>
        <pc:spChg chg="mod">
          <ac:chgData name="Khamess Nael (XC-AS/EDA4)" userId="611010a8-024c-4181-bbb2-e7a954f8acc3" providerId="ADAL" clId="{FE56E919-FB1D-4411-8A0C-1804E9394D63}" dt="2025-12-04T08:55:32.334" v="2280" actId="20577"/>
          <ac:spMkLst>
            <pc:docMk/>
            <pc:sldMk cId="2472750729" sldId="280"/>
            <ac:spMk id="5" creationId="{96A1C10E-05BF-C0AF-F31E-9F09EFA55149}"/>
          </ac:spMkLst>
        </pc:spChg>
        <pc:spChg chg="mod">
          <ac:chgData name="Khamess Nael (XC-AS/EDA4)" userId="611010a8-024c-4181-bbb2-e7a954f8acc3" providerId="ADAL" clId="{FE56E919-FB1D-4411-8A0C-1804E9394D63}" dt="2025-12-04T08:28:53.524" v="2186" actId="20577"/>
          <ac:spMkLst>
            <pc:docMk/>
            <pc:sldMk cId="2472750729" sldId="280"/>
            <ac:spMk id="7" creationId="{98F1DD07-9248-8087-1810-DFF763FD3694}"/>
          </ac:spMkLst>
        </pc:spChg>
        <pc:spChg chg="add mod">
          <ac:chgData name="Khamess Nael (XC-AS/EDA4)" userId="611010a8-024c-4181-bbb2-e7a954f8acc3" providerId="ADAL" clId="{FE56E919-FB1D-4411-8A0C-1804E9394D63}" dt="2025-12-03T09:23:46.690" v="1725" actId="1076"/>
          <ac:spMkLst>
            <pc:docMk/>
            <pc:sldMk cId="2472750729" sldId="280"/>
            <ac:spMk id="9" creationId="{8505BF12-3E5B-2E42-8123-947207BB8782}"/>
          </ac:spMkLst>
        </pc:spChg>
        <pc:spChg chg="mod">
          <ac:chgData name="Khamess Nael (XC-AS/EDA4)" userId="611010a8-024c-4181-bbb2-e7a954f8acc3" providerId="ADAL" clId="{FE56E919-FB1D-4411-8A0C-1804E9394D63}" dt="2025-12-01T09:17:26.928" v="89" actId="20577"/>
          <ac:spMkLst>
            <pc:docMk/>
            <pc:sldMk cId="2472750729" sldId="280"/>
            <ac:spMk id="11" creationId="{F5BD82EE-DA71-A30D-DA60-52BC33DA10F8}"/>
          </ac:spMkLst>
        </pc:spChg>
      </pc:sldChg>
      <pc:sldChg chg="addSp delSp modSp mod">
        <pc:chgData name="Khamess Nael (XC-AS/EDA4)" userId="611010a8-024c-4181-bbb2-e7a954f8acc3" providerId="ADAL" clId="{FE56E919-FB1D-4411-8A0C-1804E9394D63}" dt="2025-12-04T09:28:47.547" v="2358" actId="13926"/>
        <pc:sldMkLst>
          <pc:docMk/>
          <pc:sldMk cId="3335500933" sldId="281"/>
        </pc:sldMkLst>
        <pc:spChg chg="add del mod">
          <ac:chgData name="Khamess Nael (XC-AS/EDA4)" userId="611010a8-024c-4181-bbb2-e7a954f8acc3" providerId="ADAL" clId="{FE56E919-FB1D-4411-8A0C-1804E9394D63}" dt="2025-12-04T08:29:22.679" v="2193" actId="478"/>
          <ac:spMkLst>
            <pc:docMk/>
            <pc:sldMk cId="3335500933" sldId="281"/>
            <ac:spMk id="5" creationId="{7488FD87-792F-DDA6-C884-6C8665ADA418}"/>
          </ac:spMkLst>
        </pc:spChg>
        <pc:spChg chg="mod">
          <ac:chgData name="Khamess Nael (XC-AS/EDA4)" userId="611010a8-024c-4181-bbb2-e7a954f8acc3" providerId="ADAL" clId="{FE56E919-FB1D-4411-8A0C-1804E9394D63}" dt="2025-12-04T09:28:47.547" v="2358" actId="13926"/>
          <ac:spMkLst>
            <pc:docMk/>
            <pc:sldMk cId="3335500933" sldId="281"/>
            <ac:spMk id="7" creationId="{84AE8DF3-DFEE-CB26-C063-86F71063E195}"/>
          </ac:spMkLst>
        </pc:spChg>
        <pc:spChg chg="add mod">
          <ac:chgData name="Khamess Nael (XC-AS/EDA4)" userId="611010a8-024c-4181-bbb2-e7a954f8acc3" providerId="ADAL" clId="{FE56E919-FB1D-4411-8A0C-1804E9394D63}" dt="2025-12-04T08:27:46.744" v="2158" actId="1076"/>
          <ac:spMkLst>
            <pc:docMk/>
            <pc:sldMk cId="3335500933" sldId="281"/>
            <ac:spMk id="9" creationId="{88D8E60C-3487-91B0-5EC3-F6E97F299BBF}"/>
          </ac:spMkLst>
        </pc:spChg>
        <pc:spChg chg="mod">
          <ac:chgData name="Khamess Nael (XC-AS/EDA4)" userId="611010a8-024c-4181-bbb2-e7a954f8acc3" providerId="ADAL" clId="{FE56E919-FB1D-4411-8A0C-1804E9394D63}" dt="2025-12-03T09:26:11.560" v="1742" actId="20577"/>
          <ac:spMkLst>
            <pc:docMk/>
            <pc:sldMk cId="3335500933" sldId="281"/>
            <ac:spMk id="11" creationId="{F5BD82EE-DA71-A30D-DA60-52BC33DA10F8}"/>
          </ac:spMkLst>
        </pc:spChg>
        <pc:spChg chg="mod">
          <ac:chgData name="Khamess Nael (XC-AS/EDA4)" userId="611010a8-024c-4181-bbb2-e7a954f8acc3" providerId="ADAL" clId="{FE56E919-FB1D-4411-8A0C-1804E9394D63}" dt="2025-12-01T09:34:05.493" v="197" actId="1076"/>
          <ac:spMkLst>
            <pc:docMk/>
            <pc:sldMk cId="3335500933" sldId="281"/>
            <ac:spMk id="27" creationId="{006F3358-8137-1981-5AAC-417600F0FC0C}"/>
          </ac:spMkLst>
        </pc:spChg>
        <pc:picChg chg="add mod">
          <ac:chgData name="Khamess Nael (XC-AS/EDA4)" userId="611010a8-024c-4181-bbb2-e7a954f8acc3" providerId="ADAL" clId="{FE56E919-FB1D-4411-8A0C-1804E9394D63}" dt="2025-12-04T08:27:37.703" v="2154" actId="1076"/>
          <ac:picMkLst>
            <pc:docMk/>
            <pc:sldMk cId="3335500933" sldId="281"/>
            <ac:picMk id="8" creationId="{43DC7F40-B547-210A-46E0-E1631D5AC99D}"/>
          </ac:picMkLst>
        </pc:picChg>
        <pc:picChg chg="add mod modCrop">
          <ac:chgData name="Khamess Nael (XC-AS/EDA4)" userId="611010a8-024c-4181-bbb2-e7a954f8acc3" providerId="ADAL" clId="{FE56E919-FB1D-4411-8A0C-1804E9394D63}" dt="2025-12-04T08:53:03.961" v="2240" actId="1076"/>
          <ac:picMkLst>
            <pc:docMk/>
            <pc:sldMk cId="3335500933" sldId="281"/>
            <ac:picMk id="12" creationId="{7A75D2A7-CC9E-2120-1577-60BAC1CEB2DD}"/>
          </ac:picMkLst>
        </pc:picChg>
        <pc:inkChg chg="add del">
          <ac:chgData name="Khamess Nael (XC-AS/EDA4)" userId="611010a8-024c-4181-bbb2-e7a954f8acc3" providerId="ADAL" clId="{FE56E919-FB1D-4411-8A0C-1804E9394D63}" dt="2025-12-03T12:36:28.281" v="2033" actId="478"/>
          <ac:inkMkLst>
            <pc:docMk/>
            <pc:sldMk cId="3335500933" sldId="281"/>
            <ac:inkMk id="12" creationId="{64DAC699-8C65-2F06-DE91-3B1F61FADDF2}"/>
          </ac:inkMkLst>
        </pc:inkChg>
      </pc:sldChg>
      <pc:sldChg chg="addSp delSp modSp mod">
        <pc:chgData name="Khamess Nael (XC-AS/EDA4)" userId="611010a8-024c-4181-bbb2-e7a954f8acc3" providerId="ADAL" clId="{FE56E919-FB1D-4411-8A0C-1804E9394D63}" dt="2025-12-04T09:24:40.015" v="2355" actId="13926"/>
        <pc:sldMkLst>
          <pc:docMk/>
          <pc:sldMk cId="3511220079" sldId="282"/>
        </pc:sldMkLst>
        <pc:spChg chg="add del mod">
          <ac:chgData name="Khamess Nael (XC-AS/EDA4)" userId="611010a8-024c-4181-bbb2-e7a954f8acc3" providerId="ADAL" clId="{FE56E919-FB1D-4411-8A0C-1804E9394D63}" dt="2025-12-04T08:29:19.292" v="2192" actId="478"/>
          <ac:spMkLst>
            <pc:docMk/>
            <pc:sldMk cId="3511220079" sldId="282"/>
            <ac:spMk id="5" creationId="{5AD7AE7E-0AEB-1E14-BA04-679CCF95CE24}"/>
          </ac:spMkLst>
        </pc:spChg>
        <pc:spChg chg="mod">
          <ac:chgData name="Khamess Nael (XC-AS/EDA4)" userId="611010a8-024c-4181-bbb2-e7a954f8acc3" providerId="ADAL" clId="{FE56E919-FB1D-4411-8A0C-1804E9394D63}" dt="2025-12-03T12:28:25.390" v="1968" actId="1076"/>
          <ac:spMkLst>
            <pc:docMk/>
            <pc:sldMk cId="3511220079" sldId="282"/>
            <ac:spMk id="8" creationId="{D008EC98-53BA-5A58-E2D6-1F4AAAC81A33}"/>
          </ac:spMkLst>
        </pc:spChg>
        <pc:spChg chg="mod">
          <ac:chgData name="Khamess Nael (XC-AS/EDA4)" userId="611010a8-024c-4181-bbb2-e7a954f8acc3" providerId="ADAL" clId="{FE56E919-FB1D-4411-8A0C-1804E9394D63}" dt="2025-12-03T12:28:25.390" v="1968" actId="1076"/>
          <ac:spMkLst>
            <pc:docMk/>
            <pc:sldMk cId="3511220079" sldId="282"/>
            <ac:spMk id="12" creationId="{13EEF45A-44E7-6F36-23EC-C0D2A3E82E22}"/>
          </ac:spMkLst>
        </pc:spChg>
        <pc:spChg chg="mod">
          <ac:chgData name="Khamess Nael (XC-AS/EDA4)" userId="611010a8-024c-4181-bbb2-e7a954f8acc3" providerId="ADAL" clId="{FE56E919-FB1D-4411-8A0C-1804E9394D63}" dt="2025-12-03T12:28:25.390" v="1968" actId="1076"/>
          <ac:spMkLst>
            <pc:docMk/>
            <pc:sldMk cId="3511220079" sldId="282"/>
            <ac:spMk id="17" creationId="{73E0E41D-BEB6-A304-E8B2-FADB49E6AAC0}"/>
          </ac:spMkLst>
        </pc:spChg>
        <pc:spChg chg="mod">
          <ac:chgData name="Khamess Nael (XC-AS/EDA4)" userId="611010a8-024c-4181-bbb2-e7a954f8acc3" providerId="ADAL" clId="{FE56E919-FB1D-4411-8A0C-1804E9394D63}" dt="2025-12-03T12:28:25.390" v="1968" actId="1076"/>
          <ac:spMkLst>
            <pc:docMk/>
            <pc:sldMk cId="3511220079" sldId="282"/>
            <ac:spMk id="18" creationId="{3F4A31EA-F4EE-0907-3AD1-48D2F0F4E442}"/>
          </ac:spMkLst>
        </pc:spChg>
        <pc:spChg chg="mod">
          <ac:chgData name="Khamess Nael (XC-AS/EDA4)" userId="611010a8-024c-4181-bbb2-e7a954f8acc3" providerId="ADAL" clId="{FE56E919-FB1D-4411-8A0C-1804E9394D63}" dt="2025-12-03T12:28:25.390" v="1968" actId="1076"/>
          <ac:spMkLst>
            <pc:docMk/>
            <pc:sldMk cId="3511220079" sldId="282"/>
            <ac:spMk id="19" creationId="{E24C1FA7-225B-2E91-0A26-C176738C8D5A}"/>
          </ac:spMkLst>
        </pc:spChg>
        <pc:spChg chg="add del mod">
          <ac:chgData name="Khamess Nael (XC-AS/EDA4)" userId="611010a8-024c-4181-bbb2-e7a954f8acc3" providerId="ADAL" clId="{FE56E919-FB1D-4411-8A0C-1804E9394D63}" dt="2025-12-03T12:28:47.344" v="1974"/>
          <ac:spMkLst>
            <pc:docMk/>
            <pc:sldMk cId="3511220079" sldId="282"/>
            <ac:spMk id="20" creationId="{7800AAD6-F2A4-840A-BAC7-C0319E88B3F9}"/>
          </ac:spMkLst>
        </pc:spChg>
        <pc:spChg chg="mod">
          <ac:chgData name="Khamess Nael (XC-AS/EDA4)" userId="611010a8-024c-4181-bbb2-e7a954f8acc3" providerId="ADAL" clId="{FE56E919-FB1D-4411-8A0C-1804E9394D63}" dt="2025-12-03T12:28:25.390" v="1968" actId="1076"/>
          <ac:spMkLst>
            <pc:docMk/>
            <pc:sldMk cId="3511220079" sldId="282"/>
            <ac:spMk id="23" creationId="{0EA46B4D-52FB-DAD3-1A70-931BA64BC3BE}"/>
          </ac:spMkLst>
        </pc:spChg>
        <pc:spChg chg="mod">
          <ac:chgData name="Khamess Nael (XC-AS/EDA4)" userId="611010a8-024c-4181-bbb2-e7a954f8acc3" providerId="ADAL" clId="{FE56E919-FB1D-4411-8A0C-1804E9394D63}" dt="2025-12-03T12:40:36.790" v="2036" actId="20577"/>
          <ac:spMkLst>
            <pc:docMk/>
            <pc:sldMk cId="3511220079" sldId="282"/>
            <ac:spMk id="24" creationId="{49055292-8E23-826F-A12B-DBD85825F2AC}"/>
          </ac:spMkLst>
        </pc:spChg>
        <pc:spChg chg="mod">
          <ac:chgData name="Khamess Nael (XC-AS/EDA4)" userId="611010a8-024c-4181-bbb2-e7a954f8acc3" providerId="ADAL" clId="{FE56E919-FB1D-4411-8A0C-1804E9394D63}" dt="2025-12-03T12:28:27.870" v="1969" actId="1076"/>
          <ac:spMkLst>
            <pc:docMk/>
            <pc:sldMk cId="3511220079" sldId="282"/>
            <ac:spMk id="43" creationId="{217E8ACF-C62C-A272-68E4-1C14D4F5E35E}"/>
          </ac:spMkLst>
        </pc:spChg>
        <pc:spChg chg="mod">
          <ac:chgData name="Khamess Nael (XC-AS/EDA4)" userId="611010a8-024c-4181-bbb2-e7a954f8acc3" providerId="ADAL" clId="{FE56E919-FB1D-4411-8A0C-1804E9394D63}" dt="2025-12-04T09:24:40.015" v="2355" actId="13926"/>
          <ac:spMkLst>
            <pc:docMk/>
            <pc:sldMk cId="3511220079" sldId="282"/>
            <ac:spMk id="45" creationId="{E43EA328-EDAE-D00E-CF9D-FA00118C4CEE}"/>
          </ac:spMkLst>
        </pc:spChg>
        <pc:spChg chg="del mod">
          <ac:chgData name="Khamess Nael (XC-AS/EDA4)" userId="611010a8-024c-4181-bbb2-e7a954f8acc3" providerId="ADAL" clId="{FE56E919-FB1D-4411-8A0C-1804E9394D63}" dt="2025-12-03T12:27:14.278" v="1933" actId="478"/>
          <ac:spMkLst>
            <pc:docMk/>
            <pc:sldMk cId="3511220079" sldId="282"/>
            <ac:spMk id="51" creationId="{F865F88B-7ECA-4D6C-CB2E-AB11C6A4FB36}"/>
          </ac:spMkLst>
        </pc:spChg>
        <pc:spChg chg="del mod">
          <ac:chgData name="Khamess Nael (XC-AS/EDA4)" userId="611010a8-024c-4181-bbb2-e7a954f8acc3" providerId="ADAL" clId="{FE56E919-FB1D-4411-8A0C-1804E9394D63}" dt="2025-12-03T12:27:12.430" v="1932" actId="478"/>
          <ac:spMkLst>
            <pc:docMk/>
            <pc:sldMk cId="3511220079" sldId="282"/>
            <ac:spMk id="54" creationId="{3EABDAA4-BDF0-C054-6E31-AFCFA1B732BA}"/>
          </ac:spMkLst>
        </pc:spChg>
        <pc:picChg chg="del mod">
          <ac:chgData name="Khamess Nael (XC-AS/EDA4)" userId="611010a8-024c-4181-bbb2-e7a954f8acc3" providerId="ADAL" clId="{FE56E919-FB1D-4411-8A0C-1804E9394D63}" dt="2025-12-03T12:27:15.428" v="1934" actId="478"/>
          <ac:picMkLst>
            <pc:docMk/>
            <pc:sldMk cId="3511220079" sldId="282"/>
            <ac:picMk id="53" creationId="{3185A0C9-6FD7-B8AD-06EA-AE1816CD56FE}"/>
          </ac:picMkLst>
        </pc:picChg>
        <pc:cxnChg chg="mod">
          <ac:chgData name="Khamess Nael (XC-AS/EDA4)" userId="611010a8-024c-4181-bbb2-e7a954f8acc3" providerId="ADAL" clId="{FE56E919-FB1D-4411-8A0C-1804E9394D63}" dt="2025-12-03T12:28:10.366" v="1966" actId="1076"/>
          <ac:cxnSpMkLst>
            <pc:docMk/>
            <pc:sldMk cId="3511220079" sldId="282"/>
            <ac:cxnSpMk id="26" creationId="{5907B027-478D-4A49-7ABF-ECCF675238A7}"/>
          </ac:cxnSpMkLst>
        </pc:cxnChg>
        <pc:cxnChg chg="mod">
          <ac:chgData name="Khamess Nael (XC-AS/EDA4)" userId="611010a8-024c-4181-bbb2-e7a954f8acc3" providerId="ADAL" clId="{FE56E919-FB1D-4411-8A0C-1804E9394D63}" dt="2025-12-03T12:28:25.390" v="1968" actId="1076"/>
          <ac:cxnSpMkLst>
            <pc:docMk/>
            <pc:sldMk cId="3511220079" sldId="282"/>
            <ac:cxnSpMk id="30" creationId="{D22043C2-9AD4-528C-BD8A-2FB89D34D555}"/>
          </ac:cxnSpMkLst>
        </pc:cxnChg>
        <pc:cxnChg chg="mod">
          <ac:chgData name="Khamess Nael (XC-AS/EDA4)" userId="611010a8-024c-4181-bbb2-e7a954f8acc3" providerId="ADAL" clId="{FE56E919-FB1D-4411-8A0C-1804E9394D63}" dt="2025-12-03T12:28:25.390" v="1968" actId="1076"/>
          <ac:cxnSpMkLst>
            <pc:docMk/>
            <pc:sldMk cId="3511220079" sldId="282"/>
            <ac:cxnSpMk id="35" creationId="{1CD929F2-FBFB-610A-A4E5-B6EBF6A527C2}"/>
          </ac:cxnSpMkLst>
        </pc:cxnChg>
      </pc:sldChg>
      <pc:sldChg chg="addSp delSp modSp mod">
        <pc:chgData name="Khamess Nael (XC-AS/EDA4)" userId="611010a8-024c-4181-bbb2-e7a954f8acc3" providerId="ADAL" clId="{FE56E919-FB1D-4411-8A0C-1804E9394D63}" dt="2025-12-04T09:26:23.064" v="2357" actId="1076"/>
        <pc:sldMkLst>
          <pc:docMk/>
          <pc:sldMk cId="2098001227" sldId="283"/>
        </pc:sldMkLst>
        <pc:spChg chg="mod">
          <ac:chgData name="Khamess Nael (XC-AS/EDA4)" userId="611010a8-024c-4181-bbb2-e7a954f8acc3" providerId="ADAL" clId="{FE56E919-FB1D-4411-8A0C-1804E9394D63}" dt="2025-12-02T12:07:12.904" v="1519" actId="1076"/>
          <ac:spMkLst>
            <pc:docMk/>
            <pc:sldMk cId="2098001227" sldId="283"/>
            <ac:spMk id="2" creationId="{A7BCADF5-A84E-2718-C0EF-FDB0372C5B58}"/>
          </ac:spMkLst>
        </pc:spChg>
        <pc:spChg chg="mod">
          <ac:chgData name="Khamess Nael (XC-AS/EDA4)" userId="611010a8-024c-4181-bbb2-e7a954f8acc3" providerId="ADAL" clId="{FE56E919-FB1D-4411-8A0C-1804E9394D63}" dt="2025-12-04T09:00:06.872" v="2354" actId="13926"/>
          <ac:spMkLst>
            <pc:docMk/>
            <pc:sldMk cId="2098001227" sldId="283"/>
            <ac:spMk id="5" creationId="{134D4A9D-CAFE-F251-B216-58B18E94BF19}"/>
          </ac:spMkLst>
        </pc:spChg>
        <pc:spChg chg="add del mod">
          <ac:chgData name="Khamess Nael (XC-AS/EDA4)" userId="611010a8-024c-4181-bbb2-e7a954f8acc3" providerId="ADAL" clId="{FE56E919-FB1D-4411-8A0C-1804E9394D63}" dt="2025-12-04T08:29:16.417" v="2191" actId="478"/>
          <ac:spMkLst>
            <pc:docMk/>
            <pc:sldMk cId="2098001227" sldId="283"/>
            <ac:spMk id="7" creationId="{2E67905C-2AB1-64BB-5473-23929C5C6384}"/>
          </ac:spMkLst>
        </pc:spChg>
        <pc:spChg chg="mod">
          <ac:chgData name="Khamess Nael (XC-AS/EDA4)" userId="611010a8-024c-4181-bbb2-e7a954f8acc3" providerId="ADAL" clId="{FE56E919-FB1D-4411-8A0C-1804E9394D63}" dt="2025-12-02T12:16:50.277" v="1537" actId="1076"/>
          <ac:spMkLst>
            <pc:docMk/>
            <pc:sldMk cId="2098001227" sldId="283"/>
            <ac:spMk id="27" creationId="{A67B69DE-04C6-962F-E4A4-53F14312B659}"/>
          </ac:spMkLst>
        </pc:spChg>
        <pc:spChg chg="mod">
          <ac:chgData name="Khamess Nael (XC-AS/EDA4)" userId="611010a8-024c-4181-bbb2-e7a954f8acc3" providerId="ADAL" clId="{FE56E919-FB1D-4411-8A0C-1804E9394D63}" dt="2025-12-02T12:18:01.777" v="1551" actId="688"/>
          <ac:spMkLst>
            <pc:docMk/>
            <pc:sldMk cId="2098001227" sldId="283"/>
            <ac:spMk id="30" creationId="{121FB2E4-42E2-BF52-0CFE-F64B52A446CE}"/>
          </ac:spMkLst>
        </pc:spChg>
        <pc:spChg chg="mod">
          <ac:chgData name="Khamess Nael (XC-AS/EDA4)" userId="611010a8-024c-4181-bbb2-e7a954f8acc3" providerId="ADAL" clId="{FE56E919-FB1D-4411-8A0C-1804E9394D63}" dt="2025-12-03T10:23:17.915" v="1926" actId="1076"/>
          <ac:spMkLst>
            <pc:docMk/>
            <pc:sldMk cId="2098001227" sldId="283"/>
            <ac:spMk id="32" creationId="{59C92B10-11A9-8D40-514C-F975F3AFF950}"/>
          </ac:spMkLst>
        </pc:spChg>
        <pc:spChg chg="mod">
          <ac:chgData name="Khamess Nael (XC-AS/EDA4)" userId="611010a8-024c-4181-bbb2-e7a954f8acc3" providerId="ADAL" clId="{FE56E919-FB1D-4411-8A0C-1804E9394D63}" dt="2025-12-04T09:26:23.064" v="2357" actId="1076"/>
          <ac:spMkLst>
            <pc:docMk/>
            <pc:sldMk cId="2098001227" sldId="283"/>
            <ac:spMk id="33" creationId="{574CB57C-2853-0229-4DC6-59410332A138}"/>
          </ac:spMkLst>
        </pc:spChg>
        <pc:spChg chg="mod">
          <ac:chgData name="Khamess Nael (XC-AS/EDA4)" userId="611010a8-024c-4181-bbb2-e7a954f8acc3" providerId="ADAL" clId="{FE56E919-FB1D-4411-8A0C-1804E9394D63}" dt="2025-12-03T10:23:23.851" v="1927" actId="1076"/>
          <ac:spMkLst>
            <pc:docMk/>
            <pc:sldMk cId="2098001227" sldId="283"/>
            <ac:spMk id="34" creationId="{CC1122C3-346F-2E6C-4826-565F787F8008}"/>
          </ac:spMkLst>
        </pc:spChg>
        <pc:spChg chg="mod">
          <ac:chgData name="Khamess Nael (XC-AS/EDA4)" userId="611010a8-024c-4181-bbb2-e7a954f8acc3" providerId="ADAL" clId="{FE56E919-FB1D-4411-8A0C-1804E9394D63}" dt="2025-12-04T09:26:20.649" v="2356" actId="1076"/>
          <ac:spMkLst>
            <pc:docMk/>
            <pc:sldMk cId="2098001227" sldId="283"/>
            <ac:spMk id="35" creationId="{FA3B103C-C57A-F908-0D5E-8F2F55220F57}"/>
          </ac:spMkLst>
        </pc:spChg>
        <pc:grpChg chg="mod">
          <ac:chgData name="Khamess Nael (XC-AS/EDA4)" userId="611010a8-024c-4181-bbb2-e7a954f8acc3" providerId="ADAL" clId="{FE56E919-FB1D-4411-8A0C-1804E9394D63}" dt="2025-12-02T12:07:12.904" v="1519" actId="1076"/>
          <ac:grpSpMkLst>
            <pc:docMk/>
            <pc:sldMk cId="2098001227" sldId="283"/>
            <ac:grpSpMk id="14" creationId="{7297AC1C-DB9D-1049-304B-4E3379884AF4}"/>
          </ac:grpSpMkLst>
        </pc:grpChg>
        <pc:picChg chg="mod">
          <ac:chgData name="Khamess Nael (XC-AS/EDA4)" userId="611010a8-024c-4181-bbb2-e7a954f8acc3" providerId="ADAL" clId="{FE56E919-FB1D-4411-8A0C-1804E9394D63}" dt="2025-12-02T12:07:12.904" v="1519" actId="1076"/>
          <ac:picMkLst>
            <pc:docMk/>
            <pc:sldMk cId="2098001227" sldId="283"/>
            <ac:picMk id="12" creationId="{5EC5F159-581C-C94E-407B-7D30F01BD1E3}"/>
          </ac:picMkLst>
        </pc:picChg>
        <pc:picChg chg="add mod">
          <ac:chgData name="Khamess Nael (XC-AS/EDA4)" userId="611010a8-024c-4181-bbb2-e7a954f8acc3" providerId="ADAL" clId="{FE56E919-FB1D-4411-8A0C-1804E9394D63}" dt="2025-12-03T11:40:46.070" v="1928" actId="1076"/>
          <ac:picMkLst>
            <pc:docMk/>
            <pc:sldMk cId="2098001227" sldId="283"/>
            <ac:picMk id="15" creationId="{EEAC6109-F4FD-5832-FE9D-5D15F5099F2D}"/>
          </ac:picMkLst>
        </pc:picChg>
      </pc:sldChg>
      <pc:sldChg chg="addSp delSp modSp mod">
        <pc:chgData name="Khamess Nael (XC-AS/EDA4)" userId="611010a8-024c-4181-bbb2-e7a954f8acc3" providerId="ADAL" clId="{FE56E919-FB1D-4411-8A0C-1804E9394D63}" dt="2025-12-04T09:31:18.269" v="2377" actId="20577"/>
        <pc:sldMkLst>
          <pc:docMk/>
          <pc:sldMk cId="4041888083" sldId="284"/>
        </pc:sldMkLst>
        <pc:spChg chg="add mod">
          <ac:chgData name="Khamess Nael (XC-AS/EDA4)" userId="611010a8-024c-4181-bbb2-e7a954f8acc3" providerId="ADAL" clId="{FE56E919-FB1D-4411-8A0C-1804E9394D63}" dt="2025-12-04T09:31:18.269" v="2377" actId="20577"/>
          <ac:spMkLst>
            <pc:docMk/>
            <pc:sldMk cId="4041888083" sldId="284"/>
            <ac:spMk id="5" creationId="{15F9EEA6-B99B-066A-87EC-BDC7BB252F73}"/>
          </ac:spMkLst>
        </pc:spChg>
        <pc:spChg chg="del">
          <ac:chgData name="Khamess Nael (XC-AS/EDA4)" userId="611010a8-024c-4181-bbb2-e7a954f8acc3" providerId="ADAL" clId="{FE56E919-FB1D-4411-8A0C-1804E9394D63}" dt="2025-12-04T08:29:09.654" v="2187" actId="478"/>
          <ac:spMkLst>
            <pc:docMk/>
            <pc:sldMk cId="4041888083" sldId="284"/>
            <ac:spMk id="13" creationId="{12FA06D2-600F-58C6-66B9-586B02CDAD33}"/>
          </ac:spMkLst>
        </pc:spChg>
        <pc:spChg chg="del">
          <ac:chgData name="Khamess Nael (XC-AS/EDA4)" userId="611010a8-024c-4181-bbb2-e7a954f8acc3" providerId="ADAL" clId="{FE56E919-FB1D-4411-8A0C-1804E9394D63}" dt="2025-12-03T09:45:02.273" v="1807" actId="478"/>
          <ac:spMkLst>
            <pc:docMk/>
            <pc:sldMk cId="4041888083" sldId="284"/>
            <ac:spMk id="18" creationId="{1E5B719E-C339-B213-B5DD-32A8348C35B5}"/>
          </ac:spMkLst>
        </pc:spChg>
        <pc:spChg chg="del mod">
          <ac:chgData name="Khamess Nael (XC-AS/EDA4)" userId="611010a8-024c-4181-bbb2-e7a954f8acc3" providerId="ADAL" clId="{FE56E919-FB1D-4411-8A0C-1804E9394D63}" dt="2025-12-03T09:52:57.597" v="1812"/>
          <ac:spMkLst>
            <pc:docMk/>
            <pc:sldMk cId="4041888083" sldId="284"/>
            <ac:spMk id="19" creationId="{ACB47A67-E365-3679-7FDA-175B9FA1BE92}"/>
          </ac:spMkLst>
        </pc:spChg>
        <pc:grpChg chg="mod">
          <ac:chgData name="Khamess Nael (XC-AS/EDA4)" userId="611010a8-024c-4181-bbb2-e7a954f8acc3" providerId="ADAL" clId="{FE56E919-FB1D-4411-8A0C-1804E9394D63}" dt="2025-12-03T16:30:57.682" v="2114" actId="1076"/>
          <ac:grpSpMkLst>
            <pc:docMk/>
            <pc:sldMk cId="4041888083" sldId="284"/>
            <ac:grpSpMk id="12" creationId="{C5F2309A-E800-0BFF-C7CA-98342DDD94A4}"/>
          </ac:grpSpMkLst>
        </pc:grpChg>
        <pc:grpChg chg="add del">
          <ac:chgData name="Khamess Nael (XC-AS/EDA4)" userId="611010a8-024c-4181-bbb2-e7a954f8acc3" providerId="ADAL" clId="{FE56E919-FB1D-4411-8A0C-1804E9394D63}" dt="2025-12-04T08:29:11.666" v="2189" actId="478"/>
          <ac:grpSpMkLst>
            <pc:docMk/>
            <pc:sldMk cId="4041888083" sldId="284"/>
            <ac:grpSpMk id="14" creationId="{7297AC1C-DB9D-1049-304B-4E3379884AF4}"/>
          </ac:grpSpMkLst>
        </pc:grpChg>
        <pc:picChg chg="del">
          <ac:chgData name="Khamess Nael (XC-AS/EDA4)" userId="611010a8-024c-4181-bbb2-e7a954f8acc3" providerId="ADAL" clId="{FE56E919-FB1D-4411-8A0C-1804E9394D63}" dt="2025-12-04T08:29:13.485" v="2190" actId="478"/>
          <ac:picMkLst>
            <pc:docMk/>
            <pc:sldMk cId="4041888083" sldId="284"/>
            <ac:picMk id="9" creationId="{068C88B2-AF2A-CAEC-EAE5-49CB4DBBABED}"/>
          </ac:picMkLst>
        </pc:picChg>
      </pc:sldChg>
      <pc:sldChg chg="addSp delSp modSp add mod">
        <pc:chgData name="Khamess Nael (XC-AS/EDA4)" userId="611010a8-024c-4181-bbb2-e7a954f8acc3" providerId="ADAL" clId="{FE56E919-FB1D-4411-8A0C-1804E9394D63}" dt="2025-12-04T08:29:41.060" v="2196" actId="1076"/>
        <pc:sldMkLst>
          <pc:docMk/>
          <pc:sldMk cId="741256426" sldId="285"/>
        </pc:sldMkLst>
        <pc:spChg chg="mod">
          <ac:chgData name="Khamess Nael (XC-AS/EDA4)" userId="611010a8-024c-4181-bbb2-e7a954f8acc3" providerId="ADAL" clId="{FE56E919-FB1D-4411-8A0C-1804E9394D63}" dt="2025-12-03T10:00:39.525" v="1887" actId="1076"/>
          <ac:spMkLst>
            <pc:docMk/>
            <pc:sldMk cId="741256426" sldId="285"/>
            <ac:spMk id="4" creationId="{1DC16392-4227-0FC1-9C4F-291A5D0831AD}"/>
          </ac:spMkLst>
        </pc:spChg>
        <pc:spChg chg="del">
          <ac:chgData name="Khamess Nael (XC-AS/EDA4)" userId="611010a8-024c-4181-bbb2-e7a954f8acc3" providerId="ADAL" clId="{FE56E919-FB1D-4411-8A0C-1804E9394D63}" dt="2025-12-03T10:00:03.834" v="1850" actId="478"/>
          <ac:spMkLst>
            <pc:docMk/>
            <pc:sldMk cId="741256426" sldId="285"/>
            <ac:spMk id="5" creationId="{3DB662B9-FF90-C504-561A-3222CC325EA1}"/>
          </ac:spMkLst>
        </pc:spChg>
        <pc:spChg chg="mod">
          <ac:chgData name="Khamess Nael (XC-AS/EDA4)" userId="611010a8-024c-4181-bbb2-e7a954f8acc3" providerId="ADAL" clId="{FE56E919-FB1D-4411-8A0C-1804E9394D63}" dt="2025-12-03T10:00:34.890" v="1885" actId="1076"/>
          <ac:spMkLst>
            <pc:docMk/>
            <pc:sldMk cId="741256426" sldId="285"/>
            <ac:spMk id="6" creationId="{858AA5B8-986D-AE22-4299-07D5A49169B6}"/>
          </ac:spMkLst>
        </pc:spChg>
        <pc:spChg chg="mod">
          <ac:chgData name="Khamess Nael (XC-AS/EDA4)" userId="611010a8-024c-4181-bbb2-e7a954f8acc3" providerId="ADAL" clId="{FE56E919-FB1D-4411-8A0C-1804E9394D63}" dt="2025-12-03T10:00:56.066" v="1921" actId="1076"/>
          <ac:spMkLst>
            <pc:docMk/>
            <pc:sldMk cId="741256426" sldId="285"/>
            <ac:spMk id="10" creationId="{24F25E7A-32B3-FE63-9EA2-03FACDA8CC17}"/>
          </ac:spMkLst>
        </pc:spChg>
        <pc:spChg chg="del">
          <ac:chgData name="Khamess Nael (XC-AS/EDA4)" userId="611010a8-024c-4181-bbb2-e7a954f8acc3" providerId="ADAL" clId="{FE56E919-FB1D-4411-8A0C-1804E9394D63}" dt="2025-12-03T09:59:55.079" v="1843" actId="478"/>
          <ac:spMkLst>
            <pc:docMk/>
            <pc:sldMk cId="741256426" sldId="285"/>
            <ac:spMk id="11" creationId="{14E8F5BB-1B16-5D28-0EB5-5993BC32ADC2}"/>
          </ac:spMkLst>
        </pc:spChg>
        <pc:spChg chg="del mod">
          <ac:chgData name="Khamess Nael (XC-AS/EDA4)" userId="611010a8-024c-4181-bbb2-e7a954f8acc3" providerId="ADAL" clId="{FE56E919-FB1D-4411-8A0C-1804E9394D63}" dt="2025-12-03T09:59:56.859" v="1845" actId="478"/>
          <ac:spMkLst>
            <pc:docMk/>
            <pc:sldMk cId="741256426" sldId="285"/>
            <ac:spMk id="13" creationId="{EFB111D6-D72F-55AF-965C-83C6E290A3A6}"/>
          </ac:spMkLst>
        </pc:spChg>
        <pc:spChg chg="del">
          <ac:chgData name="Khamess Nael (XC-AS/EDA4)" userId="611010a8-024c-4181-bbb2-e7a954f8acc3" providerId="ADAL" clId="{FE56E919-FB1D-4411-8A0C-1804E9394D63}" dt="2025-12-03T10:00:02.384" v="1849" actId="478"/>
          <ac:spMkLst>
            <pc:docMk/>
            <pc:sldMk cId="741256426" sldId="285"/>
            <ac:spMk id="17" creationId="{8BAA6ED9-13E4-0CCF-0B1B-B38E586B01BC}"/>
          </ac:spMkLst>
        </pc:spChg>
        <pc:grpChg chg="del">
          <ac:chgData name="Khamess Nael (XC-AS/EDA4)" userId="611010a8-024c-4181-bbb2-e7a954f8acc3" providerId="ADAL" clId="{FE56E919-FB1D-4411-8A0C-1804E9394D63}" dt="2025-12-03T10:00:04.745" v="1851" actId="478"/>
          <ac:grpSpMkLst>
            <pc:docMk/>
            <pc:sldMk cId="741256426" sldId="285"/>
            <ac:grpSpMk id="12" creationId="{8EAC67B2-5898-FBE8-AC87-D609A345ABFA}"/>
          </ac:grpSpMkLst>
        </pc:grpChg>
        <pc:grpChg chg="add del mod">
          <ac:chgData name="Khamess Nael (XC-AS/EDA4)" userId="611010a8-024c-4181-bbb2-e7a954f8acc3" providerId="ADAL" clId="{FE56E919-FB1D-4411-8A0C-1804E9394D63}" dt="2025-12-03T10:00:10.207" v="1852" actId="1076"/>
          <ac:grpSpMkLst>
            <pc:docMk/>
            <pc:sldMk cId="741256426" sldId="285"/>
            <ac:grpSpMk id="14" creationId="{5F59A211-F3F2-73E9-A15B-37EE83A554D3}"/>
          </ac:grpSpMkLst>
        </pc:grpChg>
        <pc:picChg chg="mod">
          <ac:chgData name="Khamess Nael (XC-AS/EDA4)" userId="611010a8-024c-4181-bbb2-e7a954f8acc3" providerId="ADAL" clId="{FE56E919-FB1D-4411-8A0C-1804E9394D63}" dt="2025-12-03T10:01:00.781" v="1922" actId="1076"/>
          <ac:picMkLst>
            <pc:docMk/>
            <pc:sldMk cId="741256426" sldId="285"/>
            <ac:picMk id="3" creationId="{305CDAA0-E3F3-D712-2832-89DD5C5A9F94}"/>
          </ac:picMkLst>
        </pc:picChg>
        <pc:picChg chg="del">
          <ac:chgData name="Khamess Nael (XC-AS/EDA4)" userId="611010a8-024c-4181-bbb2-e7a954f8acc3" providerId="ADAL" clId="{FE56E919-FB1D-4411-8A0C-1804E9394D63}" dt="2025-12-03T10:00:00.251" v="1848" actId="478"/>
          <ac:picMkLst>
            <pc:docMk/>
            <pc:sldMk cId="741256426" sldId="285"/>
            <ac:picMk id="9" creationId="{8625B222-D9E9-F1F2-3DF4-FC36E1773E3D}"/>
          </ac:picMkLst>
        </pc:picChg>
        <pc:picChg chg="add del mod ord">
          <ac:chgData name="Khamess Nael (XC-AS/EDA4)" userId="611010a8-024c-4181-bbb2-e7a954f8acc3" providerId="ADAL" clId="{FE56E919-FB1D-4411-8A0C-1804E9394D63}" dt="2025-12-03T16:28:53.761" v="2110" actId="478"/>
          <ac:picMkLst>
            <pc:docMk/>
            <pc:sldMk cId="741256426" sldId="285"/>
            <ac:picMk id="18" creationId="{705A57C2-30C6-9F8B-622F-4E74F49BCE02}"/>
          </ac:picMkLst>
        </pc:picChg>
        <pc:picChg chg="add mod">
          <ac:chgData name="Khamess Nael (XC-AS/EDA4)" userId="611010a8-024c-4181-bbb2-e7a954f8acc3" providerId="ADAL" clId="{FE56E919-FB1D-4411-8A0C-1804E9394D63}" dt="2025-12-04T08:29:41.060" v="2196" actId="1076"/>
          <ac:picMkLst>
            <pc:docMk/>
            <pc:sldMk cId="741256426" sldId="285"/>
            <ac:picMk id="20" creationId="{109D0ABF-7C03-5E7D-1440-13BBA54BCC3F}"/>
          </ac:picMkLst>
        </pc:picChg>
      </pc:sldChg>
    </pc:docChg>
  </pc:docChgLst>
</pc:chgInfo>
</file>

<file path=ppt/comments/modernComment_11B_7D0CF54B.xml><?xml version="1.0" encoding="utf-8"?>
<p188:cmLst xmlns:a="http://schemas.openxmlformats.org/drawingml/2006/main" xmlns:r="http://schemas.openxmlformats.org/officeDocument/2006/relationships" xmlns:p188="http://schemas.microsoft.com/office/powerpoint/2018/8/main">
  <p188:cm id="{0D1EC949-7FEA-4AAD-AC6C-5AF4E2AAB545}" authorId="{4D631DBD-2F9C-7D00-4B0B-0673A44FAC8B}" created="2025-12-02T12:33:07.570">
    <pc:sldMkLst xmlns:pc="http://schemas.microsoft.com/office/powerpoint/2013/main/command">
      <pc:docMk/>
      <pc:sldMk cId="2098001227" sldId="283"/>
    </pc:sldMkLst>
    <p188:txBody>
      <a:bodyPr/>
      <a:lstStyle/>
      <a:p>
        <a:r>
          <a:rPr lang="en-US"/>
          <a:t>This graph compares the RUL prediction error (RMSE) of all models.
Lower bars mean better accuracy.
Random Forest performs best — it achieves the lowest error by capturing nonlinear trends and interactions between sensors.
Gradient Boosting is the second-best.
Linear models perform significantly worse because the engineered features are highly correlated and the relationship between sensors and lifespan isn’t linear.</a:t>
        </a:r>
      </a:p>
    </p188:txBody>
  </p188:cm>
</p188:cmLst>
</file>

<file path=ppt/comments/modernComment_119_C6CFB485.xml><?xml version="1.0" encoding="utf-8"?>
<p188:cmLst xmlns:a="http://schemas.openxmlformats.org/drawingml/2006/main" xmlns:r="http://schemas.openxmlformats.org/officeDocument/2006/relationships" xmlns:p188="http://schemas.microsoft.com/office/powerpoint/2018/8/main">
  <p188:cm id="{A70CB18B-56F0-4E9E-8D1E-13ED230217D3}" authorId="{4D631DBD-2F9C-7D00-4B0B-0673A44FAC8B}" created="2025-12-02T11:31:51.237">
    <pc:sldMkLst xmlns:pc="http://schemas.microsoft.com/office/powerpoint/2013/main/command">
      <pc:docMk/>
      <pc:sldMk cId="3335500933" sldId="281"/>
    </pc:sldMkLst>
    <p188:txBody>
      <a:bodyPr/>
      <a:lstStyle/>
      <a:p>
        <a:r>
          <a:rPr lang="en-US"/>
          <a:t>“This plot shows one example engine. On the x-axis are the cycles, and on the y-axis is a single sensor.
You can see how the sensor gradually drifts as the engine ages.”</a:t>
        </a:r>
      </a:p>
    </p188:txBody>
  </p188:cm>
  <p188:cm id="{283BA10C-F1BF-4A66-8F0F-9D5BC6890ABE}" authorId="{4D631DBD-2F9C-7D00-4B0B-0673A44FAC8B}" created="2025-12-02T11:33:36.586">
    <pc:sldMkLst xmlns:pc="http://schemas.microsoft.com/office/powerpoint/2013/main/command">
      <pc:docMk/>
      <pc:sldMk cId="3335500933" sldId="281"/>
    </pc:sldMkLst>
    <p188:txBody>
      <a:bodyPr/>
      <a:lstStyle/>
      <a:p>
        <a:r>
          <a:rPr lang="en-US"/>
          <a:t>The key difference (say this clearly)
“The true RUL curve is perfect because it uses the real failure point.
The model RUL curve is the estimate the model would make if it were deployed online.”</a:t>
        </a:r>
      </a:p>
    </p188:txBody>
  </p188:cm>
  <p188:cm id="{DC35B95A-E47B-43D7-8EE5-1A2622BA522B}" authorId="{4D631DBD-2F9C-7D00-4B0B-0673A44FAC8B}" created="2025-12-02T11:33:49.174">
    <pc:sldMkLst xmlns:pc="http://schemas.microsoft.com/office/powerpoint/2013/main/command">
      <pc:docMk/>
      <pc:sldMk cId="3335500933" sldId="281"/>
    </pc:sldMkLst>
    <p188:txBody>
      <a:bodyPr/>
      <a:lstStyle/>
      <a:p>
        <a:r>
          <a:rPr lang="en-US"/>
          <a:t>This helps us see how early and how consistently the model detects degradation while the engine is still running.”</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07911F-CEAF-4F0B-98BD-EFB38C6572AA}" type="datetimeFigureOut">
              <a:rPr lang="de-DE" smtClean="0"/>
              <a:t>04.12.2025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2D48B2-9EB0-4B37-9B35-FC11E2EA535A}" type="slidenum">
              <a:rPr lang="de-DE" smtClean="0"/>
              <a:t>‹#›</a:t>
            </a:fld>
            <a:endParaRPr lang="de-DE"/>
          </a:p>
        </p:txBody>
      </p:sp>
    </p:spTree>
    <p:extLst>
      <p:ext uri="{BB962C8B-B14F-4D97-AF65-F5344CB8AC3E}">
        <p14:creationId xmlns:p14="http://schemas.microsoft.com/office/powerpoint/2010/main" val="22031539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wmf"/><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horizontal ">
    <p:spTree>
      <p:nvGrpSpPr>
        <p:cNvPr id="1" name=""/>
        <p:cNvGrpSpPr/>
        <p:nvPr/>
      </p:nvGrpSpPr>
      <p:grpSpPr>
        <a:xfrm>
          <a:off x="0" y="0"/>
          <a:ext cx="0" cy="0"/>
          <a:chOff x="0" y="0"/>
          <a:chExt cx="0" cy="0"/>
        </a:xfrm>
      </p:grpSpPr>
      <p:pic>
        <p:nvPicPr>
          <p:cNvPr id="9" name="Logo">
            <a:extLst>
              <a:ext uri="{FF2B5EF4-FFF2-40B4-BE49-F238E27FC236}">
                <a16:creationId xmlns:a16="http://schemas.microsoft.com/office/drawing/2014/main" id="{BF558F48-F6D6-4568-8DA6-55FAE81CC26F}"/>
              </a:ext>
            </a:extLst>
          </p:cNvPr>
          <p:cNvPicPr>
            <a:picLocks noSelect="1"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sp>
        <p:nvSpPr>
          <p:cNvPr id="8" name="Title 1">
            <a:extLst>
              <a:ext uri="{FF2B5EF4-FFF2-40B4-BE49-F238E27FC236}">
                <a16:creationId xmlns:a16="http://schemas.microsoft.com/office/drawing/2014/main" id="{7FD8C3B7-D4C2-49FB-A234-B9EF65EF0E25}"/>
              </a:ext>
            </a:extLst>
          </p:cNvPr>
          <p:cNvSpPr>
            <a:spLocks noGrp="1"/>
          </p:cNvSpPr>
          <p:nvPr>
            <p:ph type="ctrTitle" hasCustomPrompt="1"/>
          </p:nvPr>
        </p:nvSpPr>
        <p:spPr>
          <a:xfrm>
            <a:off x="547200" y="2602898"/>
            <a:ext cx="9268637" cy="1507549"/>
          </a:xfrm>
          <a:ln w="0">
            <a:noFill/>
          </a:ln>
          <a:effectLst/>
        </p:spPr>
        <p:txBody>
          <a:bodyPr anchor="b" anchorCtr="0">
            <a:normAutofit/>
          </a:bodyPr>
          <a:lstStyle>
            <a:lvl1pPr algn="l">
              <a:lnSpc>
                <a:spcPct val="100000"/>
              </a:lnSpc>
              <a:defRPr sz="4000" b="1" kern="0" cap="none" baseline="0">
                <a:solidFill>
                  <a:schemeClr val="tx1"/>
                </a:solidFill>
              </a:defRPr>
            </a:lvl1pPr>
          </a:lstStyle>
          <a:p>
            <a:r>
              <a:rPr lang="en-US" noProof="1"/>
              <a:t>Presentation title</a:t>
            </a:r>
          </a:p>
        </p:txBody>
      </p:sp>
      <p:sp>
        <p:nvSpPr>
          <p:cNvPr id="7" name="Text Placeholder 2">
            <a:extLst>
              <a:ext uri="{FF2B5EF4-FFF2-40B4-BE49-F238E27FC236}">
                <a16:creationId xmlns:a16="http://schemas.microsoft.com/office/drawing/2014/main" id="{77B0DFCC-F037-4745-849A-E2902A32AC76}"/>
              </a:ext>
            </a:extLst>
          </p:cNvPr>
          <p:cNvSpPr>
            <a:spLocks noGrp="1"/>
          </p:cNvSpPr>
          <p:nvPr>
            <p:ph type="body" sz="quarter" idx="1" hasCustomPrompt="1"/>
          </p:nvPr>
        </p:nvSpPr>
        <p:spPr>
          <a:xfrm>
            <a:off x="547200" y="4241130"/>
            <a:ext cx="9268637" cy="1254369"/>
          </a:xfrm>
        </p:spPr>
        <p:txBody>
          <a:bodyPr>
            <a:normAutofit/>
          </a:bodyPr>
          <a:lstStyle>
            <a:lvl1pPr marL="0" indent="0">
              <a:buFontTx/>
              <a:buNone/>
              <a:defRPr sz="2400"/>
            </a:lvl1pPr>
            <a:lvl2pPr marL="457200" indent="0">
              <a:buFontTx/>
              <a:buNone/>
              <a:defRPr/>
            </a:lvl2pPr>
            <a:lvl3pPr marL="914400" indent="0">
              <a:buFontTx/>
              <a:buNone/>
              <a:defRPr/>
            </a:lvl3pPr>
            <a:lvl4pPr marL="1371600" indent="0">
              <a:buFontTx/>
              <a:buNone/>
              <a:defRPr/>
            </a:lvl4pPr>
            <a:lvl5pPr marL="1371600" indent="0">
              <a:buFontTx/>
              <a:buNone/>
              <a:defRPr/>
            </a:lvl5pPr>
          </a:lstStyle>
          <a:p>
            <a:pPr lvl="0"/>
            <a:r>
              <a:rPr lang="en-US" noProof="1"/>
              <a:t>Name, Department, Date</a:t>
            </a:r>
          </a:p>
        </p:txBody>
      </p:sp>
      <p:pic>
        <p:nvPicPr>
          <p:cNvPr id="4" name="SuperGraphic">
            <a:extLst>
              <a:ext uri="{FF2B5EF4-FFF2-40B4-BE49-F238E27FC236}">
                <a16:creationId xmlns:a16="http://schemas.microsoft.com/office/drawing/2014/main" id="{862C2846-F73C-4F37-B810-57D2567D11EB}"/>
              </a:ext>
            </a:extLst>
          </p:cNvPr>
          <p:cNvPicPr>
            <a:picLocks noSelect="1" noChangeAspect="1"/>
          </p:cNvPicPr>
          <p:nvPr userDrawn="1"/>
        </p:nvPicPr>
        <p:blipFill>
          <a:blip r:embed="rId3">
            <a:extLst>
              <a:ext uri="{28A0092B-C50C-407E-A947-70E740481C1C}">
                <a14:useLocalDpi xmlns:a14="http://schemas.microsoft.com/office/drawing/2010/main" val="0"/>
              </a:ext>
            </a:extLst>
          </a:blip>
          <a:stretch>
            <a:fillRect/>
          </a:stretch>
        </p:blipFill>
        <p:spPr>
          <a:xfrm>
            <a:off x="-1" y="0"/>
            <a:ext cx="10969200" cy="2056725"/>
          </a:xfrm>
          <a:prstGeom prst="rect">
            <a:avLst/>
          </a:prstGeom>
        </p:spPr>
      </p:pic>
    </p:spTree>
    <p:extLst>
      <p:ext uri="{BB962C8B-B14F-4D97-AF65-F5344CB8AC3E}">
        <p14:creationId xmlns:p14="http://schemas.microsoft.com/office/powerpoint/2010/main" val="2149848536"/>
      </p:ext>
    </p:extLst>
  </p:cSld>
  <p:clrMapOvr>
    <a:masterClrMapping/>
  </p:clrMapOvr>
  <p:hf sldNum="0" hdr="0" ftr="0" dt="0"/>
  <p:extLst>
    <p:ext uri="{DCECCB84-F9BA-43D5-87BE-67443E8EF086}">
      <p15:sldGuideLst xmlns:p15="http://schemas.microsoft.com/office/powerpoint/2012/main">
        <p15:guide id="1" pos="342" userDrawn="1">
          <p15:clr>
            <a:srgbClr val="FBAE40"/>
          </p15:clr>
        </p15:guide>
        <p15:guide id="2" pos="6185" userDrawn="1">
          <p15:clr>
            <a:srgbClr val="FBAE40"/>
          </p15:clr>
        </p15:guide>
        <p15:guide id="3" orient="horz" pos="1639" userDrawn="1">
          <p15:clr>
            <a:srgbClr val="FBAE40"/>
          </p15:clr>
        </p15:guide>
        <p15:guide id="4" orient="horz" pos="2590" userDrawn="1">
          <p15:clr>
            <a:srgbClr val="FBAE40"/>
          </p15:clr>
        </p15:guide>
        <p15:guide id="5" orient="horz" pos="2669" userDrawn="1">
          <p15:clr>
            <a:srgbClr val="FBAE40"/>
          </p15:clr>
        </p15:guide>
        <p15:guide id="6" orient="horz" pos="346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vertical ">
    <p:spTree>
      <p:nvGrpSpPr>
        <p:cNvPr id="1" name=""/>
        <p:cNvGrpSpPr/>
        <p:nvPr/>
      </p:nvGrpSpPr>
      <p:grpSpPr>
        <a:xfrm>
          <a:off x="0" y="0"/>
          <a:ext cx="0" cy="0"/>
          <a:chOff x="0" y="0"/>
          <a:chExt cx="0" cy="0"/>
        </a:xfrm>
      </p:grpSpPr>
      <p:pic>
        <p:nvPicPr>
          <p:cNvPr id="9" name="Logo">
            <a:extLst>
              <a:ext uri="{FF2B5EF4-FFF2-40B4-BE49-F238E27FC236}">
                <a16:creationId xmlns:a16="http://schemas.microsoft.com/office/drawing/2014/main" id="{43858496-C239-47F8-BDF4-1C95D89182D0}"/>
              </a:ext>
            </a:extLst>
          </p:cNvPr>
          <p:cNvPicPr>
            <a:picLocks noSelect="1"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sp>
        <p:nvSpPr>
          <p:cNvPr id="8" name="Title 1">
            <a:extLst>
              <a:ext uri="{FF2B5EF4-FFF2-40B4-BE49-F238E27FC236}">
                <a16:creationId xmlns:a16="http://schemas.microsoft.com/office/drawing/2014/main" id="{7FD8C3B7-D4C2-49FB-A234-B9EF65EF0E25}"/>
              </a:ext>
            </a:extLst>
          </p:cNvPr>
          <p:cNvSpPr>
            <a:spLocks noGrp="1"/>
          </p:cNvSpPr>
          <p:nvPr>
            <p:ph type="ctrTitle" hasCustomPrompt="1"/>
          </p:nvPr>
        </p:nvSpPr>
        <p:spPr>
          <a:xfrm>
            <a:off x="3289593" y="1152144"/>
            <a:ext cx="7132831" cy="2044365"/>
          </a:xfrm>
          <a:ln w="0">
            <a:noFill/>
          </a:ln>
          <a:effectLst/>
        </p:spPr>
        <p:txBody>
          <a:bodyPr anchor="b" anchorCtr="0">
            <a:normAutofit/>
          </a:bodyPr>
          <a:lstStyle>
            <a:lvl1pPr algn="l">
              <a:lnSpc>
                <a:spcPct val="100000"/>
              </a:lnSpc>
              <a:defRPr sz="4000" b="1" kern="0" cap="none" baseline="0">
                <a:solidFill>
                  <a:schemeClr val="tx1"/>
                </a:solidFill>
              </a:defRPr>
            </a:lvl1pPr>
          </a:lstStyle>
          <a:p>
            <a:r>
              <a:rPr lang="en-US" noProof="1"/>
              <a:t>Presentation title</a:t>
            </a:r>
          </a:p>
        </p:txBody>
      </p:sp>
      <p:sp>
        <p:nvSpPr>
          <p:cNvPr id="4" name="Text Placeholder 2">
            <a:extLst>
              <a:ext uri="{FF2B5EF4-FFF2-40B4-BE49-F238E27FC236}">
                <a16:creationId xmlns:a16="http://schemas.microsoft.com/office/drawing/2014/main" id="{55C2B86F-C1CA-4E64-9221-A99B4E89D289}"/>
              </a:ext>
            </a:extLst>
          </p:cNvPr>
          <p:cNvSpPr>
            <a:spLocks noGrp="1"/>
          </p:cNvSpPr>
          <p:nvPr>
            <p:ph type="body" sz="quarter" idx="1" hasCustomPrompt="1"/>
          </p:nvPr>
        </p:nvSpPr>
        <p:spPr>
          <a:xfrm>
            <a:off x="3289593" y="3327191"/>
            <a:ext cx="7132831" cy="1254369"/>
          </a:xfrm>
        </p:spPr>
        <p:txBody>
          <a:bodyPr>
            <a:normAutofit/>
          </a:bodyPr>
          <a:lstStyle>
            <a:lvl1pPr marL="0" indent="0">
              <a:buFontTx/>
              <a:buNone/>
              <a:defRPr sz="2400"/>
            </a:lvl1pPr>
            <a:lvl2pPr marL="457200" indent="0">
              <a:buFontTx/>
              <a:buNone/>
              <a:defRPr/>
            </a:lvl2pPr>
            <a:lvl3pPr marL="914400" indent="0">
              <a:buFontTx/>
              <a:buNone/>
              <a:defRPr/>
            </a:lvl3pPr>
            <a:lvl4pPr marL="1371600" indent="0">
              <a:buFontTx/>
              <a:buNone/>
              <a:defRPr/>
            </a:lvl4pPr>
            <a:lvl5pPr marL="1371600" indent="0">
              <a:buFontTx/>
              <a:buNone/>
              <a:defRPr/>
            </a:lvl5pPr>
          </a:lstStyle>
          <a:p>
            <a:pPr lvl="0"/>
            <a:r>
              <a:rPr lang="en-US" noProof="1"/>
              <a:t>Name, Department, Date</a:t>
            </a:r>
          </a:p>
        </p:txBody>
      </p:sp>
      <p:pic>
        <p:nvPicPr>
          <p:cNvPr id="3" name="SuperGraphic">
            <a:extLst>
              <a:ext uri="{FF2B5EF4-FFF2-40B4-BE49-F238E27FC236}">
                <a16:creationId xmlns:a16="http://schemas.microsoft.com/office/drawing/2014/main" id="{8E3B306C-041F-4487-8C98-1BF9B6BE172F}"/>
              </a:ext>
            </a:extLst>
          </p:cNvPr>
          <p:cNvPicPr>
            <a:picLocks noSelect="1"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2742494" cy="6170613"/>
          </a:xfrm>
          <a:prstGeom prst="rect">
            <a:avLst/>
          </a:prstGeom>
        </p:spPr>
      </p:pic>
    </p:spTree>
    <p:extLst>
      <p:ext uri="{BB962C8B-B14F-4D97-AF65-F5344CB8AC3E}">
        <p14:creationId xmlns:p14="http://schemas.microsoft.com/office/powerpoint/2010/main" val="1621930316"/>
      </p:ext>
    </p:extLst>
  </p:cSld>
  <p:clrMapOvr>
    <a:masterClrMapping/>
  </p:clrMapOvr>
  <p:hf sldNum="0" hdr="0" ftr="0" dt="0"/>
  <p:extLst>
    <p:ext uri="{DCECCB84-F9BA-43D5-87BE-67443E8EF086}">
      <p15:sldGuideLst xmlns:p15="http://schemas.microsoft.com/office/powerpoint/2012/main">
        <p15:guide id="1" pos="2070" userDrawn="1">
          <p15:clr>
            <a:srgbClr val="FBAE40"/>
          </p15:clr>
        </p15:guide>
        <p15:guide id="2" pos="6566" userDrawn="1">
          <p15:clr>
            <a:srgbClr val="FBAE40"/>
          </p15:clr>
        </p15:guide>
        <p15:guide id="3" orient="horz" pos="2093" userDrawn="1">
          <p15:clr>
            <a:srgbClr val="FBAE40"/>
          </p15:clr>
        </p15:guide>
        <p15:guide id="4" orient="horz" pos="2014" userDrawn="1">
          <p15:clr>
            <a:srgbClr val="FBAE40"/>
          </p15:clr>
        </p15:guide>
        <p15:guide id="5" orient="horz" pos="3473"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hapter horizontal ">
    <p:spTree>
      <p:nvGrpSpPr>
        <p:cNvPr id="1" name=""/>
        <p:cNvGrpSpPr/>
        <p:nvPr/>
      </p:nvGrpSpPr>
      <p:grpSpPr>
        <a:xfrm>
          <a:off x="0" y="0"/>
          <a:ext cx="0" cy="0"/>
          <a:chOff x="0" y="0"/>
          <a:chExt cx="0" cy="0"/>
        </a:xfrm>
      </p:grpSpPr>
      <p:pic>
        <p:nvPicPr>
          <p:cNvPr id="9" name="Logo">
            <a:extLst>
              <a:ext uri="{FF2B5EF4-FFF2-40B4-BE49-F238E27FC236}">
                <a16:creationId xmlns:a16="http://schemas.microsoft.com/office/drawing/2014/main" id="{E881C9CD-D10B-4CDB-B44D-3FBD5D07A516}"/>
              </a:ext>
            </a:extLst>
          </p:cNvPr>
          <p:cNvPicPr>
            <a:picLocks noSelect="1"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sp>
        <p:nvSpPr>
          <p:cNvPr id="6" name="Chapter_title">
            <a:extLst>
              <a:ext uri="{FF2B5EF4-FFF2-40B4-BE49-F238E27FC236}">
                <a16:creationId xmlns:a16="http://schemas.microsoft.com/office/drawing/2014/main" id="{EE80FFE3-B9B2-433E-9111-10990FD419AB}"/>
              </a:ext>
            </a:extLst>
          </p:cNvPr>
          <p:cNvSpPr>
            <a:spLocks noGrp="1"/>
          </p:cNvSpPr>
          <p:nvPr>
            <p:ph type="body" sz="quarter" idx="15" hasCustomPrompt="1"/>
          </p:nvPr>
        </p:nvSpPr>
        <p:spPr>
          <a:xfrm>
            <a:off x="547200" y="2602896"/>
            <a:ext cx="9268637" cy="2892602"/>
          </a:xfrm>
          <a:ln w="0">
            <a:noFill/>
          </a:ln>
          <a:effectLst/>
        </p:spPr>
        <p:txBody>
          <a:bodyPr anchor="t" anchorCtr="0">
            <a:normAutofit/>
          </a:bodyPr>
          <a:lstStyle>
            <a:lvl1pPr marL="0" indent="0" algn="l">
              <a:lnSpc>
                <a:spcPct val="100000"/>
              </a:lnSpc>
              <a:spcBef>
                <a:spcPts val="0"/>
              </a:spcBef>
              <a:buFontTx/>
              <a:buNone/>
              <a:defRPr sz="4000" b="1" kern="0" cap="none" baseline="0">
                <a:solidFill>
                  <a:schemeClr val="tx1"/>
                </a:solidFill>
              </a:defRPr>
            </a:lvl1pPr>
          </a:lstStyle>
          <a:p>
            <a:r>
              <a:rPr lang="en-US" noProof="1"/>
              <a:t>Chapter title</a:t>
            </a:r>
          </a:p>
        </p:txBody>
      </p:sp>
      <p:sp>
        <p:nvSpPr>
          <p:cNvPr id="3" name="RectangleCol">
            <a:extLst>
              <a:ext uri="{FF2B5EF4-FFF2-40B4-BE49-F238E27FC236}">
                <a16:creationId xmlns:a16="http://schemas.microsoft.com/office/drawing/2014/main" id="{5DD958C9-7251-4FEC-9785-C1A6CE9F6847}"/>
              </a:ext>
            </a:extLst>
          </p:cNvPr>
          <p:cNvSpPr>
            <a:spLocks noSelect="1" noChangeAspect="1"/>
          </p:cNvSpPr>
          <p:nvPr userDrawn="1"/>
        </p:nvSpPr>
        <p:spPr>
          <a:xfrm>
            <a:off x="0" y="99"/>
            <a:ext cx="10969625" cy="2055600"/>
          </a:xfrm>
          <a:prstGeom prst="rect">
            <a:avLst/>
          </a:prstGeom>
          <a:solidFill>
            <a:schemeClr val="accent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de-DE" sz="1800" b="0" i="0" u="none" strike="noStrike" kern="0" cap="none" spc="0" normalizeH="0" baseline="0" noProof="0">
              <a:ln>
                <a:noFill/>
              </a:ln>
              <a:solidFill>
                <a:srgbClr val="000000"/>
              </a:solidFill>
              <a:effectLst/>
              <a:uLnTx/>
              <a:uFillTx/>
              <a:latin typeface="Bosch Office Sans"/>
              <a:ea typeface="+mn-ea"/>
              <a:cs typeface="+mn-cs"/>
            </a:endParaRPr>
          </a:p>
        </p:txBody>
      </p:sp>
      <p:sp>
        <p:nvSpPr>
          <p:cNvPr id="4" name="Text Placeholder 3">
            <a:extLst>
              <a:ext uri="{FF2B5EF4-FFF2-40B4-BE49-F238E27FC236}">
                <a16:creationId xmlns:a16="http://schemas.microsoft.com/office/drawing/2014/main" id="{D9EAE105-4DC3-4775-A78C-B758C32ACFF6}"/>
              </a:ext>
            </a:extLst>
          </p:cNvPr>
          <p:cNvSpPr>
            <a:spLocks noGrp="1"/>
          </p:cNvSpPr>
          <p:nvPr>
            <p:ph type="ctrTitle" hasCustomPrompt="1"/>
          </p:nvPr>
        </p:nvSpPr>
        <p:spPr>
          <a:xfrm>
            <a:off x="465781" y="98"/>
            <a:ext cx="2207942" cy="2055600"/>
          </a:xfrm>
        </p:spPr>
        <p:txBody>
          <a:bodyPr bIns="72000" anchor="ctr"/>
          <a:lstStyle>
            <a:lvl1pPr marL="0" indent="0">
              <a:lnSpc>
                <a:spcPct val="100000"/>
              </a:lnSpc>
              <a:spcBef>
                <a:spcPts val="500"/>
              </a:spcBef>
              <a:buFontTx/>
              <a:buNone/>
              <a:defRPr sz="15000" b="1" kern="0" baseline="0">
                <a:solidFill>
                  <a:schemeClr val="bg1"/>
                </a:solidFill>
              </a:defRPr>
            </a:lvl1pPr>
            <a:lvl2pPr marL="198000" indent="0">
              <a:buFontTx/>
              <a:buNone/>
              <a:defRPr/>
            </a:lvl2pPr>
            <a:lvl3pPr marL="414000" indent="0">
              <a:buFontTx/>
              <a:buNone/>
              <a:defRPr/>
            </a:lvl3pPr>
            <a:lvl4pPr marL="612000" indent="0">
              <a:buFontTx/>
              <a:buNone/>
              <a:defRPr/>
            </a:lvl4pPr>
            <a:lvl5pPr marL="612000" indent="0">
              <a:buFontTx/>
              <a:buNone/>
              <a:defRPr/>
            </a:lvl5pPr>
          </a:lstStyle>
          <a:p>
            <a:pPr lvl="0"/>
            <a:r>
              <a:rPr lang="en-US"/>
              <a:t>00</a:t>
            </a:r>
          </a:p>
        </p:txBody>
      </p:sp>
      <p:pic>
        <p:nvPicPr>
          <p:cNvPr id="7" name="SuperGraphic">
            <a:extLst>
              <a:ext uri="{FF2B5EF4-FFF2-40B4-BE49-F238E27FC236}">
                <a16:creationId xmlns:a16="http://schemas.microsoft.com/office/drawing/2014/main" id="{B94F8A84-08DD-4D80-9910-12CC38592318}"/>
              </a:ext>
            </a:extLst>
          </p:cNvPr>
          <p:cNvPicPr>
            <a:picLocks noSelect="1"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6102000"/>
            <a:ext cx="10969200" cy="68556"/>
          </a:xfrm>
          <a:prstGeom prst="rect">
            <a:avLst/>
          </a:prstGeom>
        </p:spPr>
      </p:pic>
    </p:spTree>
    <p:extLst>
      <p:ext uri="{BB962C8B-B14F-4D97-AF65-F5344CB8AC3E}">
        <p14:creationId xmlns:p14="http://schemas.microsoft.com/office/powerpoint/2010/main" val="3828809399"/>
      </p:ext>
    </p:extLst>
  </p:cSld>
  <p:clrMapOvr>
    <a:masterClrMapping/>
  </p:clrMapOvr>
  <p:hf sldNum="0" hdr="0" ftr="0" dt="0"/>
  <p:extLst>
    <p:ext uri="{DCECCB84-F9BA-43D5-87BE-67443E8EF086}">
      <p15:sldGuideLst xmlns:p15="http://schemas.microsoft.com/office/powerpoint/2012/main">
        <p15:guide id="1" pos="342" userDrawn="1">
          <p15:clr>
            <a:srgbClr val="FBAE40"/>
          </p15:clr>
        </p15:guide>
        <p15:guide id="2" pos="6185" userDrawn="1">
          <p15:clr>
            <a:srgbClr val="FBAE40"/>
          </p15:clr>
        </p15:guide>
        <p15:guide id="3" orient="horz" pos="1639" userDrawn="1">
          <p15:clr>
            <a:srgbClr val="FBAE40"/>
          </p15:clr>
        </p15:guide>
        <p15:guide id="4" orient="horz" pos="3463"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hapter vertical ">
    <p:spTree>
      <p:nvGrpSpPr>
        <p:cNvPr id="1" name=""/>
        <p:cNvGrpSpPr/>
        <p:nvPr/>
      </p:nvGrpSpPr>
      <p:grpSpPr>
        <a:xfrm>
          <a:off x="0" y="0"/>
          <a:ext cx="0" cy="0"/>
          <a:chOff x="0" y="0"/>
          <a:chExt cx="0" cy="0"/>
        </a:xfrm>
      </p:grpSpPr>
      <p:pic>
        <p:nvPicPr>
          <p:cNvPr id="7" name="Logo">
            <a:extLst>
              <a:ext uri="{FF2B5EF4-FFF2-40B4-BE49-F238E27FC236}">
                <a16:creationId xmlns:a16="http://schemas.microsoft.com/office/drawing/2014/main" id="{E5083679-3829-4F0B-9E1A-B4E6F314AFD2}"/>
              </a:ext>
            </a:extLst>
          </p:cNvPr>
          <p:cNvPicPr>
            <a:picLocks noSelect="1"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sp>
        <p:nvSpPr>
          <p:cNvPr id="6" name="Chapter_title">
            <a:extLst>
              <a:ext uri="{FF2B5EF4-FFF2-40B4-BE49-F238E27FC236}">
                <a16:creationId xmlns:a16="http://schemas.microsoft.com/office/drawing/2014/main" id="{EE80FFE3-B9B2-433E-9111-10990FD419AB}"/>
              </a:ext>
            </a:extLst>
          </p:cNvPr>
          <p:cNvSpPr>
            <a:spLocks noGrp="1"/>
          </p:cNvSpPr>
          <p:nvPr>
            <p:ph type="body" sz="quarter" idx="15" hasCustomPrompt="1"/>
          </p:nvPr>
        </p:nvSpPr>
        <p:spPr>
          <a:xfrm>
            <a:off x="3279831" y="1200075"/>
            <a:ext cx="7072741" cy="3142785"/>
          </a:xfrm>
          <a:ln w="0">
            <a:noFill/>
          </a:ln>
          <a:effectLst/>
        </p:spPr>
        <p:txBody>
          <a:bodyPr anchor="t" anchorCtr="0">
            <a:normAutofit/>
          </a:bodyPr>
          <a:lstStyle>
            <a:lvl1pPr marL="0" indent="0" algn="l">
              <a:lnSpc>
                <a:spcPct val="100000"/>
              </a:lnSpc>
              <a:spcBef>
                <a:spcPts val="0"/>
              </a:spcBef>
              <a:buFontTx/>
              <a:buNone/>
              <a:defRPr sz="4000" b="1" kern="0" cap="none" baseline="0">
                <a:solidFill>
                  <a:schemeClr val="tx1"/>
                </a:solidFill>
              </a:defRPr>
            </a:lvl1pPr>
          </a:lstStyle>
          <a:p>
            <a:r>
              <a:rPr lang="en-US" noProof="1"/>
              <a:t>Chapter title</a:t>
            </a:r>
          </a:p>
        </p:txBody>
      </p:sp>
      <p:sp>
        <p:nvSpPr>
          <p:cNvPr id="3" name="RectangleCol">
            <a:extLst>
              <a:ext uri="{FF2B5EF4-FFF2-40B4-BE49-F238E27FC236}">
                <a16:creationId xmlns:a16="http://schemas.microsoft.com/office/drawing/2014/main" id="{5DD958C9-7251-4FEC-9785-C1A6CE9F6847}"/>
              </a:ext>
            </a:extLst>
          </p:cNvPr>
          <p:cNvSpPr>
            <a:spLocks noSelect="1" noChangeAspect="1"/>
          </p:cNvSpPr>
          <p:nvPr userDrawn="1"/>
        </p:nvSpPr>
        <p:spPr>
          <a:xfrm>
            <a:off x="-1" y="99"/>
            <a:ext cx="2739600" cy="6170514"/>
          </a:xfrm>
          <a:prstGeom prst="rect">
            <a:avLst/>
          </a:prstGeom>
          <a:solidFill>
            <a:schemeClr val="accent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de-DE" sz="1800" b="0" i="0" u="none" strike="noStrike" kern="0" cap="none" spc="0" normalizeH="0" baseline="0" noProof="0">
              <a:ln>
                <a:noFill/>
              </a:ln>
              <a:solidFill>
                <a:srgbClr val="000000"/>
              </a:solidFill>
              <a:effectLst/>
              <a:uLnTx/>
              <a:uFillTx/>
              <a:latin typeface="Bosch Office Sans"/>
              <a:ea typeface="+mn-ea"/>
              <a:cs typeface="+mn-cs"/>
            </a:endParaRPr>
          </a:p>
        </p:txBody>
      </p:sp>
      <p:sp>
        <p:nvSpPr>
          <p:cNvPr id="4" name="Text Placeholder 3">
            <a:extLst>
              <a:ext uri="{FF2B5EF4-FFF2-40B4-BE49-F238E27FC236}">
                <a16:creationId xmlns:a16="http://schemas.microsoft.com/office/drawing/2014/main" id="{D9EAE105-4DC3-4775-A78C-B758C32ACFF6}"/>
              </a:ext>
            </a:extLst>
          </p:cNvPr>
          <p:cNvSpPr>
            <a:spLocks noGrp="1"/>
          </p:cNvSpPr>
          <p:nvPr>
            <p:ph type="ctrTitle" hasCustomPrompt="1"/>
          </p:nvPr>
        </p:nvSpPr>
        <p:spPr>
          <a:xfrm>
            <a:off x="464400" y="99"/>
            <a:ext cx="2207942" cy="2055600"/>
          </a:xfrm>
        </p:spPr>
        <p:txBody>
          <a:bodyPr bIns="72000" anchor="ctr"/>
          <a:lstStyle>
            <a:lvl1pPr marL="0" indent="0">
              <a:lnSpc>
                <a:spcPct val="100000"/>
              </a:lnSpc>
              <a:spcBef>
                <a:spcPts val="500"/>
              </a:spcBef>
              <a:buFontTx/>
              <a:buNone/>
              <a:defRPr sz="15000" b="1" kern="0" baseline="0">
                <a:solidFill>
                  <a:schemeClr val="bg1"/>
                </a:solidFill>
              </a:defRPr>
            </a:lvl1pPr>
            <a:lvl2pPr marL="198000" indent="0">
              <a:buFontTx/>
              <a:buNone/>
              <a:defRPr/>
            </a:lvl2pPr>
            <a:lvl3pPr marL="414000" indent="0">
              <a:buFontTx/>
              <a:buNone/>
              <a:defRPr/>
            </a:lvl3pPr>
            <a:lvl4pPr marL="612000" indent="0">
              <a:buFontTx/>
              <a:buNone/>
              <a:defRPr/>
            </a:lvl4pPr>
            <a:lvl5pPr marL="612000" indent="0">
              <a:buFontTx/>
              <a:buNone/>
              <a:defRPr/>
            </a:lvl5pPr>
          </a:lstStyle>
          <a:p>
            <a:pPr lvl="0"/>
            <a:r>
              <a:rPr lang="en-US"/>
              <a:t>00</a:t>
            </a:r>
          </a:p>
        </p:txBody>
      </p:sp>
      <p:pic>
        <p:nvPicPr>
          <p:cNvPr id="5" name="SuperGraphic">
            <a:extLst>
              <a:ext uri="{FF2B5EF4-FFF2-40B4-BE49-F238E27FC236}">
                <a16:creationId xmlns:a16="http://schemas.microsoft.com/office/drawing/2014/main" id="{B93399BE-B0B2-44B3-8FAE-18A968B3CDA4}"/>
              </a:ext>
            </a:extLst>
          </p:cNvPr>
          <p:cNvPicPr>
            <a:picLocks noSelect="1" noChangeAspect="1"/>
          </p:cNvPicPr>
          <p:nvPr userDrawn="1"/>
        </p:nvPicPr>
        <p:blipFill>
          <a:blip r:embed="rId3">
            <a:extLst>
              <a:ext uri="{28A0092B-C50C-407E-A947-70E740481C1C}">
                <a14:useLocalDpi xmlns:a14="http://schemas.microsoft.com/office/drawing/2010/main" val="0"/>
              </a:ext>
            </a:extLst>
          </a:blip>
          <a:stretch>
            <a:fillRect/>
          </a:stretch>
        </p:blipFill>
        <p:spPr>
          <a:xfrm>
            <a:off x="10900799" y="0"/>
            <a:ext cx="68562" cy="6170613"/>
          </a:xfrm>
          <a:prstGeom prst="rect">
            <a:avLst/>
          </a:prstGeom>
        </p:spPr>
      </p:pic>
    </p:spTree>
    <p:extLst>
      <p:ext uri="{BB962C8B-B14F-4D97-AF65-F5344CB8AC3E}">
        <p14:creationId xmlns:p14="http://schemas.microsoft.com/office/powerpoint/2010/main" val="833081435"/>
      </p:ext>
    </p:extLst>
  </p:cSld>
  <p:clrMapOvr>
    <a:masterClrMapping/>
  </p:clrMapOvr>
  <p:hf sldNum="0" hdr="0" ftr="0" dt="0"/>
  <p:extLst>
    <p:ext uri="{DCECCB84-F9BA-43D5-87BE-67443E8EF086}">
      <p15:sldGuideLst xmlns:p15="http://schemas.microsoft.com/office/powerpoint/2012/main">
        <p15:guide id="1" pos="2064" userDrawn="1">
          <p15:clr>
            <a:srgbClr val="FBAE40"/>
          </p15:clr>
        </p15:guide>
        <p15:guide id="2" pos="6524" userDrawn="1">
          <p15:clr>
            <a:srgbClr val="FBAE40"/>
          </p15:clr>
        </p15:guide>
        <p15:guide id="3" orient="horz" pos="754" userDrawn="1">
          <p15:clr>
            <a:srgbClr val="FBAE40"/>
          </p15:clr>
        </p15:guide>
        <p15:guide id="4" orient="horz" pos="2738" userDrawn="1">
          <p15:clr>
            <a:srgbClr val="FBAE40"/>
          </p15:clr>
        </p15:guide>
        <p15:guide id="5" pos="29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Full picture without text ">
    <p:spTree>
      <p:nvGrpSpPr>
        <p:cNvPr id="1" name=""/>
        <p:cNvGrpSpPr/>
        <p:nvPr/>
      </p:nvGrpSpPr>
      <p:grpSpPr>
        <a:xfrm>
          <a:off x="0" y="0"/>
          <a:ext cx="0" cy="0"/>
          <a:chOff x="0" y="0"/>
          <a:chExt cx="0" cy="0"/>
        </a:xfrm>
      </p:grpSpPr>
      <p:pic>
        <p:nvPicPr>
          <p:cNvPr id="6" name="Logo">
            <a:extLst>
              <a:ext uri="{FF2B5EF4-FFF2-40B4-BE49-F238E27FC236}">
                <a16:creationId xmlns:a16="http://schemas.microsoft.com/office/drawing/2014/main" id="{926F8EF2-FFD9-4D48-A076-77C0B811BAB0}"/>
              </a:ext>
            </a:extLst>
          </p:cNvPr>
          <p:cNvPicPr>
            <a:picLocks noSelect="1"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pic>
        <p:nvPicPr>
          <p:cNvPr id="7" name="SuperGraphic">
            <a:extLst>
              <a:ext uri="{FF2B5EF4-FFF2-40B4-BE49-F238E27FC236}">
                <a16:creationId xmlns:a16="http://schemas.microsoft.com/office/drawing/2014/main" id="{B94F8A84-08DD-4D80-9910-12CC38592318}"/>
              </a:ext>
            </a:extLst>
          </p:cNvPr>
          <p:cNvPicPr>
            <a:picLocks noSelect="1"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6102000"/>
            <a:ext cx="10969200" cy="68556"/>
          </a:xfrm>
          <a:prstGeom prst="rect">
            <a:avLst/>
          </a:prstGeom>
        </p:spPr>
      </p:pic>
      <p:sp>
        <p:nvSpPr>
          <p:cNvPr id="5" name="Picture Placeholder 4">
            <a:extLst>
              <a:ext uri="{FF2B5EF4-FFF2-40B4-BE49-F238E27FC236}">
                <a16:creationId xmlns:a16="http://schemas.microsoft.com/office/drawing/2014/main" id="{E4BBAF9A-7C35-481A-A051-34156DE6B27D}"/>
              </a:ext>
            </a:extLst>
          </p:cNvPr>
          <p:cNvSpPr>
            <a:spLocks noGrp="1"/>
          </p:cNvSpPr>
          <p:nvPr>
            <p:ph type="pic" sz="quarter" idx="1" hasCustomPrompt="1"/>
          </p:nvPr>
        </p:nvSpPr>
        <p:spPr>
          <a:xfrm>
            <a:off x="0" y="0"/>
            <a:ext cx="10969625" cy="5536800"/>
          </a:xfrm>
          <a:blipFill dpi="0" rotWithShape="1">
            <a:blip r:embed="rId4">
              <a:alphaModFix amt="70000"/>
            </a:blip>
            <a:srcRect/>
            <a:stretch>
              <a:fillRect/>
            </a:stretch>
          </a:blipFill>
        </p:spPr>
        <p:txBody>
          <a:bodyPr anchor="ctr"/>
          <a:lstStyle>
            <a:lvl1pPr marL="0" indent="0" algn="ctr">
              <a:lnSpc>
                <a:spcPct val="600000"/>
              </a:lnSpc>
              <a:buFontTx/>
              <a:buNone/>
              <a:defRPr sz="900"/>
            </a:lvl1pPr>
          </a:lstStyle>
          <a:p>
            <a:r>
              <a:rPr lang="en-US" noProof="1"/>
              <a:t>Insert photo</a:t>
            </a:r>
          </a:p>
        </p:txBody>
      </p:sp>
    </p:spTree>
    <p:extLst>
      <p:ext uri="{BB962C8B-B14F-4D97-AF65-F5344CB8AC3E}">
        <p14:creationId xmlns:p14="http://schemas.microsoft.com/office/powerpoint/2010/main" val="765800943"/>
      </p:ext>
    </p:extLst>
  </p:cSld>
  <p:clrMapOvr>
    <a:masterClrMapping/>
  </p:clrMapOvr>
  <p:hf sldNum="0" hdr="0" ftr="0" dt="0"/>
  <p:extLst>
    <p:ext uri="{DCECCB84-F9BA-43D5-87BE-67443E8EF086}">
      <p15:sldGuideLst xmlns:p15="http://schemas.microsoft.com/office/powerpoint/2012/main">
        <p15:guide id="4" orient="horz" pos="3489"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ull picture with text ">
    <p:spTree>
      <p:nvGrpSpPr>
        <p:cNvPr id="1" name=""/>
        <p:cNvGrpSpPr/>
        <p:nvPr/>
      </p:nvGrpSpPr>
      <p:grpSpPr>
        <a:xfrm>
          <a:off x="0" y="0"/>
          <a:ext cx="0" cy="0"/>
          <a:chOff x="0" y="0"/>
          <a:chExt cx="0" cy="0"/>
        </a:xfrm>
      </p:grpSpPr>
      <p:pic>
        <p:nvPicPr>
          <p:cNvPr id="6" name="Logo">
            <a:extLst>
              <a:ext uri="{FF2B5EF4-FFF2-40B4-BE49-F238E27FC236}">
                <a16:creationId xmlns:a16="http://schemas.microsoft.com/office/drawing/2014/main" id="{B77066FA-8AE8-47E2-8A79-1355389EE471}"/>
              </a:ext>
            </a:extLst>
          </p:cNvPr>
          <p:cNvPicPr>
            <a:picLocks noSelect="1"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pic>
        <p:nvPicPr>
          <p:cNvPr id="7" name="SuperGraphic">
            <a:extLst>
              <a:ext uri="{FF2B5EF4-FFF2-40B4-BE49-F238E27FC236}">
                <a16:creationId xmlns:a16="http://schemas.microsoft.com/office/drawing/2014/main" id="{B94F8A84-08DD-4D80-9910-12CC38592318}"/>
              </a:ext>
            </a:extLst>
          </p:cNvPr>
          <p:cNvPicPr>
            <a:picLocks noSelect="1"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6102000"/>
            <a:ext cx="10969200" cy="68556"/>
          </a:xfrm>
          <a:prstGeom prst="rect">
            <a:avLst/>
          </a:prstGeom>
        </p:spPr>
      </p:pic>
      <p:sp>
        <p:nvSpPr>
          <p:cNvPr id="9" name="Picture Placeholder 4">
            <a:extLst>
              <a:ext uri="{FF2B5EF4-FFF2-40B4-BE49-F238E27FC236}">
                <a16:creationId xmlns:a16="http://schemas.microsoft.com/office/drawing/2014/main" id="{E3AE72B7-66D7-4755-9A92-9BAA3A80886F}"/>
              </a:ext>
            </a:extLst>
          </p:cNvPr>
          <p:cNvSpPr>
            <a:spLocks noGrp="1"/>
          </p:cNvSpPr>
          <p:nvPr>
            <p:ph type="pic" sz="quarter" idx="1" hasCustomPrompt="1"/>
          </p:nvPr>
        </p:nvSpPr>
        <p:spPr>
          <a:xfrm>
            <a:off x="0" y="0"/>
            <a:ext cx="10969625" cy="5536800"/>
          </a:xfrm>
          <a:blipFill dpi="0" rotWithShape="1">
            <a:blip r:embed="rId4">
              <a:alphaModFix amt="70000"/>
            </a:blip>
            <a:srcRect/>
            <a:stretch>
              <a:fillRect/>
            </a:stretch>
          </a:blipFill>
        </p:spPr>
        <p:txBody>
          <a:bodyPr anchor="ctr"/>
          <a:lstStyle>
            <a:lvl1pPr marL="0" indent="0" algn="ctr">
              <a:lnSpc>
                <a:spcPct val="600000"/>
              </a:lnSpc>
              <a:buFontTx/>
              <a:buNone/>
              <a:defRPr sz="900"/>
            </a:lvl1pPr>
          </a:lstStyle>
          <a:p>
            <a:r>
              <a:rPr lang="en-US" noProof="1"/>
              <a:t>Insert photo</a:t>
            </a:r>
          </a:p>
        </p:txBody>
      </p:sp>
      <p:sp>
        <p:nvSpPr>
          <p:cNvPr id="3" name="Text Placeholder 2">
            <a:extLst>
              <a:ext uri="{FF2B5EF4-FFF2-40B4-BE49-F238E27FC236}">
                <a16:creationId xmlns:a16="http://schemas.microsoft.com/office/drawing/2014/main" id="{D346B548-69AA-497B-BD64-E14E4F9EA5F6}"/>
              </a:ext>
            </a:extLst>
          </p:cNvPr>
          <p:cNvSpPr>
            <a:spLocks noGrp="1"/>
          </p:cNvSpPr>
          <p:nvPr>
            <p:ph type="body" sz="quarter" idx="2" hasCustomPrompt="1"/>
          </p:nvPr>
        </p:nvSpPr>
        <p:spPr>
          <a:xfrm>
            <a:off x="406800" y="1036800"/>
            <a:ext cx="3780000" cy="2484000"/>
          </a:xfrm>
          <a:solidFill>
            <a:schemeClr val="bg1"/>
          </a:solidFill>
        </p:spPr>
        <p:txBody>
          <a:bodyPr lIns="252000" tIns="216000" rIns="252000" bIns="216000">
            <a:normAutofit/>
          </a:bodyPr>
          <a:lstStyle>
            <a:lvl1pPr marL="0" indent="0">
              <a:buFontTx/>
              <a:buNone/>
              <a:defRPr/>
            </a:lvl1pPr>
            <a:lvl2pPr marL="198000" indent="0">
              <a:buFontTx/>
              <a:buNone/>
              <a:defRPr/>
            </a:lvl2pPr>
            <a:lvl3pPr marL="414000" indent="0">
              <a:buFontTx/>
              <a:buNone/>
              <a:defRPr/>
            </a:lvl3pPr>
            <a:lvl4pPr marL="612000" indent="0">
              <a:buFontTx/>
              <a:buNone/>
              <a:defRPr/>
            </a:lvl4pPr>
            <a:lvl5pPr marL="612000" indent="0">
              <a:buFontTx/>
              <a:buNone/>
              <a:defRPr/>
            </a:lvl5pPr>
          </a:lstStyle>
          <a:p>
            <a:pPr lvl="0"/>
            <a:r>
              <a:rPr lang="en-US" noProof="1"/>
              <a:t>Add Text</a:t>
            </a:r>
          </a:p>
        </p:txBody>
      </p:sp>
    </p:spTree>
    <p:extLst>
      <p:ext uri="{BB962C8B-B14F-4D97-AF65-F5344CB8AC3E}">
        <p14:creationId xmlns:p14="http://schemas.microsoft.com/office/powerpoint/2010/main" val="764896579"/>
      </p:ext>
    </p:extLst>
  </p:cSld>
  <p:clrMapOvr>
    <a:masterClrMapping/>
  </p:clrMapOvr>
  <p:hf sldNum="0" hdr="0" ftr="0" dt="0"/>
  <p:extLst>
    <p:ext uri="{DCECCB84-F9BA-43D5-87BE-67443E8EF086}">
      <p15:sldGuideLst xmlns:p15="http://schemas.microsoft.com/office/powerpoint/2012/main">
        <p15:guide id="4" orient="horz" pos="3489"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plit horizontal ">
    <p:spTree>
      <p:nvGrpSpPr>
        <p:cNvPr id="1" name=""/>
        <p:cNvGrpSpPr/>
        <p:nvPr/>
      </p:nvGrpSpPr>
      <p:grpSpPr>
        <a:xfrm>
          <a:off x="0" y="0"/>
          <a:ext cx="0" cy="0"/>
          <a:chOff x="0" y="0"/>
          <a:chExt cx="0" cy="0"/>
        </a:xfrm>
      </p:grpSpPr>
      <p:pic>
        <p:nvPicPr>
          <p:cNvPr id="8" name="Logo">
            <a:extLst>
              <a:ext uri="{FF2B5EF4-FFF2-40B4-BE49-F238E27FC236}">
                <a16:creationId xmlns:a16="http://schemas.microsoft.com/office/drawing/2014/main" id="{1630DC1C-C3C8-477E-AC19-4DC706EB4992}"/>
              </a:ext>
            </a:extLst>
          </p:cNvPr>
          <p:cNvPicPr>
            <a:picLocks noSelect="1"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pic>
        <p:nvPicPr>
          <p:cNvPr id="7" name="SuperGraphic">
            <a:extLst>
              <a:ext uri="{FF2B5EF4-FFF2-40B4-BE49-F238E27FC236}">
                <a16:creationId xmlns:a16="http://schemas.microsoft.com/office/drawing/2014/main" id="{B94F8A84-08DD-4D80-9910-12CC38592318}"/>
              </a:ext>
            </a:extLst>
          </p:cNvPr>
          <p:cNvPicPr>
            <a:picLocks noSelect="1"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6102000"/>
            <a:ext cx="10969200" cy="68556"/>
          </a:xfrm>
          <a:prstGeom prst="rect">
            <a:avLst/>
          </a:prstGeom>
        </p:spPr>
      </p:pic>
      <p:sp>
        <p:nvSpPr>
          <p:cNvPr id="5" name="Picture Placeholder 4">
            <a:extLst>
              <a:ext uri="{FF2B5EF4-FFF2-40B4-BE49-F238E27FC236}">
                <a16:creationId xmlns:a16="http://schemas.microsoft.com/office/drawing/2014/main" id="{E4BBAF9A-7C35-481A-A051-34156DE6B27D}"/>
              </a:ext>
            </a:extLst>
          </p:cNvPr>
          <p:cNvSpPr>
            <a:spLocks noGrp="1"/>
          </p:cNvSpPr>
          <p:nvPr>
            <p:ph type="pic" sz="quarter" idx="1" hasCustomPrompt="1"/>
          </p:nvPr>
        </p:nvSpPr>
        <p:spPr>
          <a:xfrm>
            <a:off x="0" y="0"/>
            <a:ext cx="10969625" cy="3085200"/>
          </a:xfrm>
          <a:blipFill dpi="0" rotWithShape="1">
            <a:blip r:embed="rId4">
              <a:alphaModFix amt="70000"/>
            </a:blip>
            <a:srcRect/>
            <a:stretch>
              <a:fillRect/>
            </a:stretch>
          </a:blipFill>
        </p:spPr>
        <p:txBody>
          <a:bodyPr anchor="ctr"/>
          <a:lstStyle>
            <a:lvl1pPr marL="0" indent="0" algn="ctr">
              <a:lnSpc>
                <a:spcPct val="600000"/>
              </a:lnSpc>
              <a:buFontTx/>
              <a:buNone/>
              <a:defRPr sz="900"/>
            </a:lvl1pPr>
          </a:lstStyle>
          <a:p>
            <a:r>
              <a:rPr lang="en-US" noProof="1"/>
              <a:t>Insert photo</a:t>
            </a:r>
          </a:p>
        </p:txBody>
      </p:sp>
      <p:sp>
        <p:nvSpPr>
          <p:cNvPr id="4" name="Text Placeholder 2">
            <a:extLst>
              <a:ext uri="{FF2B5EF4-FFF2-40B4-BE49-F238E27FC236}">
                <a16:creationId xmlns:a16="http://schemas.microsoft.com/office/drawing/2014/main" id="{990CB4FC-C276-4DB5-A6E3-49DD9BC66B63}"/>
              </a:ext>
            </a:extLst>
          </p:cNvPr>
          <p:cNvSpPr>
            <a:spLocks noGrp="1"/>
          </p:cNvSpPr>
          <p:nvPr>
            <p:ph type="body" sz="quarter" idx="2" hasCustomPrompt="1"/>
          </p:nvPr>
        </p:nvSpPr>
        <p:spPr>
          <a:xfrm>
            <a:off x="205199" y="3495705"/>
            <a:ext cx="10558800" cy="2041094"/>
          </a:xfrm>
        </p:spPr>
        <p:txBody>
          <a:bodyPr lIns="0" tIns="0" rIns="0" bIns="0">
            <a:normAutofit/>
          </a:bodyPr>
          <a:lstStyle>
            <a:lvl1pPr marL="0" indent="0">
              <a:buFontTx/>
              <a:buNone/>
              <a:defRPr/>
            </a:lvl1pPr>
            <a:lvl2pPr marL="198000" indent="0">
              <a:buFontTx/>
              <a:buNone/>
              <a:defRPr/>
            </a:lvl2pPr>
            <a:lvl3pPr marL="414000" indent="0">
              <a:buFontTx/>
              <a:buNone/>
              <a:defRPr/>
            </a:lvl3pPr>
            <a:lvl4pPr marL="612000" indent="0">
              <a:buFontTx/>
              <a:buNone/>
              <a:defRPr/>
            </a:lvl4pPr>
            <a:lvl5pPr marL="612000" indent="0">
              <a:buFontTx/>
              <a:buNone/>
              <a:defRPr/>
            </a:lvl5pPr>
          </a:lstStyle>
          <a:p>
            <a:pPr lvl="0"/>
            <a:r>
              <a:rPr lang="en-US" noProof="1"/>
              <a:t>Add Text</a:t>
            </a:r>
          </a:p>
        </p:txBody>
      </p:sp>
    </p:spTree>
    <p:extLst>
      <p:ext uri="{BB962C8B-B14F-4D97-AF65-F5344CB8AC3E}">
        <p14:creationId xmlns:p14="http://schemas.microsoft.com/office/powerpoint/2010/main" val="832061445"/>
      </p:ext>
    </p:extLst>
  </p:cSld>
  <p:clrMapOvr>
    <a:masterClrMapping/>
  </p:clrMapOvr>
  <p:hf sldNum="0" hdr="0" ftr="0" dt="0"/>
  <p:extLst>
    <p:ext uri="{DCECCB84-F9BA-43D5-87BE-67443E8EF086}">
      <p15:sldGuideLst xmlns:p15="http://schemas.microsoft.com/office/powerpoint/2012/main">
        <p15:guide id="1" pos="128" userDrawn="1">
          <p15:clr>
            <a:srgbClr val="FBAE40"/>
          </p15:clr>
        </p15:guide>
        <p15:guide id="2" pos="6784" userDrawn="1">
          <p15:clr>
            <a:srgbClr val="FBAE40"/>
          </p15:clr>
        </p15:guide>
        <p15:guide id="3" orient="horz" pos="1949" userDrawn="1">
          <p15:clr>
            <a:srgbClr val="FBAE40"/>
          </p15:clr>
        </p15:guide>
        <p15:guide id="4" orient="horz" pos="3489" userDrawn="1">
          <p15:clr>
            <a:srgbClr val="FBAE40"/>
          </p15:clr>
        </p15:guide>
        <p15:guide id="5" orient="horz" pos="220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plit vertical ">
    <p:spTree>
      <p:nvGrpSpPr>
        <p:cNvPr id="1" name=""/>
        <p:cNvGrpSpPr/>
        <p:nvPr/>
      </p:nvGrpSpPr>
      <p:grpSpPr>
        <a:xfrm>
          <a:off x="0" y="0"/>
          <a:ext cx="0" cy="0"/>
          <a:chOff x="0" y="0"/>
          <a:chExt cx="0" cy="0"/>
        </a:xfrm>
      </p:grpSpPr>
      <p:pic>
        <p:nvPicPr>
          <p:cNvPr id="7" name="Logo">
            <a:extLst>
              <a:ext uri="{FF2B5EF4-FFF2-40B4-BE49-F238E27FC236}">
                <a16:creationId xmlns:a16="http://schemas.microsoft.com/office/drawing/2014/main" id="{FD4E5E48-387B-4CE0-80BE-1097F697DAD5}"/>
              </a:ext>
            </a:extLst>
          </p:cNvPr>
          <p:cNvPicPr>
            <a:picLocks noSelect="1"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sp>
        <p:nvSpPr>
          <p:cNvPr id="5" name="Picture Placeholder 4">
            <a:extLst>
              <a:ext uri="{FF2B5EF4-FFF2-40B4-BE49-F238E27FC236}">
                <a16:creationId xmlns:a16="http://schemas.microsoft.com/office/drawing/2014/main" id="{E4BBAF9A-7C35-481A-A051-34156DE6B27D}"/>
              </a:ext>
            </a:extLst>
          </p:cNvPr>
          <p:cNvSpPr>
            <a:spLocks noGrp="1"/>
          </p:cNvSpPr>
          <p:nvPr>
            <p:ph type="pic" sz="quarter" idx="1" hasCustomPrompt="1"/>
          </p:nvPr>
        </p:nvSpPr>
        <p:spPr>
          <a:xfrm>
            <a:off x="0" y="0"/>
            <a:ext cx="5486400" cy="6170400"/>
          </a:xfrm>
          <a:blipFill dpi="0" rotWithShape="1">
            <a:blip r:embed="rId3">
              <a:alphaModFix amt="70000"/>
            </a:blip>
            <a:srcRect/>
            <a:stretch>
              <a:fillRect/>
            </a:stretch>
          </a:blipFill>
        </p:spPr>
        <p:txBody>
          <a:bodyPr anchor="ctr"/>
          <a:lstStyle>
            <a:lvl1pPr marL="0" indent="0" algn="ctr">
              <a:lnSpc>
                <a:spcPct val="600000"/>
              </a:lnSpc>
              <a:buFontTx/>
              <a:buNone/>
              <a:defRPr sz="900"/>
            </a:lvl1pPr>
          </a:lstStyle>
          <a:p>
            <a:r>
              <a:rPr lang="en-US" noProof="1"/>
              <a:t>Insert photo</a:t>
            </a:r>
          </a:p>
        </p:txBody>
      </p:sp>
      <p:sp>
        <p:nvSpPr>
          <p:cNvPr id="4" name="Text Placeholder 2">
            <a:extLst>
              <a:ext uri="{FF2B5EF4-FFF2-40B4-BE49-F238E27FC236}">
                <a16:creationId xmlns:a16="http://schemas.microsoft.com/office/drawing/2014/main" id="{D6647D1E-89E9-4244-B52F-555902731C7A}"/>
              </a:ext>
            </a:extLst>
          </p:cNvPr>
          <p:cNvSpPr>
            <a:spLocks noGrp="1"/>
          </p:cNvSpPr>
          <p:nvPr>
            <p:ph type="body" sz="quarter" idx="2" hasCustomPrompt="1"/>
          </p:nvPr>
        </p:nvSpPr>
        <p:spPr>
          <a:xfrm>
            <a:off x="5895302" y="410492"/>
            <a:ext cx="4596486" cy="5126308"/>
          </a:xfrm>
        </p:spPr>
        <p:txBody>
          <a:bodyPr lIns="0" tIns="0" rIns="0" bIns="0">
            <a:normAutofit/>
          </a:bodyPr>
          <a:lstStyle>
            <a:lvl1pPr marL="0" indent="0">
              <a:buFontTx/>
              <a:buNone/>
              <a:defRPr/>
            </a:lvl1pPr>
            <a:lvl2pPr marL="198000" indent="0">
              <a:buFontTx/>
              <a:buNone/>
              <a:defRPr/>
            </a:lvl2pPr>
            <a:lvl3pPr marL="414000" indent="0">
              <a:buFontTx/>
              <a:buNone/>
              <a:defRPr/>
            </a:lvl3pPr>
            <a:lvl4pPr marL="612000" indent="0">
              <a:buFontTx/>
              <a:buNone/>
              <a:defRPr/>
            </a:lvl4pPr>
            <a:lvl5pPr marL="612000" indent="0">
              <a:buFontTx/>
              <a:buNone/>
              <a:defRPr/>
            </a:lvl5pPr>
          </a:lstStyle>
          <a:p>
            <a:pPr lvl="0"/>
            <a:r>
              <a:rPr lang="en-US" noProof="1"/>
              <a:t>Add Text</a:t>
            </a:r>
          </a:p>
        </p:txBody>
      </p:sp>
      <p:pic>
        <p:nvPicPr>
          <p:cNvPr id="6" name="SuperGraphic">
            <a:extLst>
              <a:ext uri="{FF2B5EF4-FFF2-40B4-BE49-F238E27FC236}">
                <a16:creationId xmlns:a16="http://schemas.microsoft.com/office/drawing/2014/main" id="{2D38AACD-EB97-4B81-ACAA-2074E22BBC01}"/>
              </a:ext>
            </a:extLst>
          </p:cNvPr>
          <p:cNvPicPr>
            <a:picLocks noSelect="1" noChangeAspect="1"/>
          </p:cNvPicPr>
          <p:nvPr userDrawn="1"/>
        </p:nvPicPr>
        <p:blipFill>
          <a:blip r:embed="rId4">
            <a:extLst>
              <a:ext uri="{28A0092B-C50C-407E-A947-70E740481C1C}">
                <a14:useLocalDpi xmlns:a14="http://schemas.microsoft.com/office/drawing/2010/main" val="0"/>
              </a:ext>
            </a:extLst>
          </a:blip>
          <a:stretch>
            <a:fillRect/>
          </a:stretch>
        </p:blipFill>
        <p:spPr>
          <a:xfrm>
            <a:off x="10900799" y="0"/>
            <a:ext cx="68562" cy="6170613"/>
          </a:xfrm>
          <a:prstGeom prst="rect">
            <a:avLst/>
          </a:prstGeom>
        </p:spPr>
      </p:pic>
    </p:spTree>
    <p:extLst>
      <p:ext uri="{BB962C8B-B14F-4D97-AF65-F5344CB8AC3E}">
        <p14:creationId xmlns:p14="http://schemas.microsoft.com/office/powerpoint/2010/main" val="1976700591"/>
      </p:ext>
    </p:extLst>
  </p:cSld>
  <p:clrMapOvr>
    <a:masterClrMapping/>
  </p:clrMapOvr>
  <p:hf sldNum="0" hdr="0" ftr="0" dt="0"/>
  <p:extLst>
    <p:ext uri="{DCECCB84-F9BA-43D5-87BE-67443E8EF086}">
      <p15:sldGuideLst xmlns:p15="http://schemas.microsoft.com/office/powerpoint/2012/main">
        <p15:guide id="1" pos="3456" userDrawn="1">
          <p15:clr>
            <a:srgbClr val="FBAE40"/>
          </p15:clr>
        </p15:guide>
        <p15:guide id="2" pos="6609" userDrawn="1">
          <p15:clr>
            <a:srgbClr val="FBAE40"/>
          </p15:clr>
        </p15:guide>
        <p15:guide id="3" orient="horz" pos="257" userDrawn="1">
          <p15:clr>
            <a:srgbClr val="FBAE40"/>
          </p15:clr>
        </p15:guide>
        <p15:guide id="4" orient="horz" pos="3489" userDrawn="1">
          <p15:clr>
            <a:srgbClr val="FBAE40"/>
          </p15:clr>
        </p15:guide>
        <p15:guide id="5" pos="3713"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White logo horizontal ">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4BBAF9A-7C35-481A-A051-34156DE6B27D}"/>
              </a:ext>
            </a:extLst>
          </p:cNvPr>
          <p:cNvSpPr>
            <a:spLocks noGrp="1"/>
          </p:cNvSpPr>
          <p:nvPr>
            <p:ph type="pic" sz="quarter" idx="1" hasCustomPrompt="1"/>
          </p:nvPr>
        </p:nvSpPr>
        <p:spPr>
          <a:xfrm>
            <a:off x="0" y="-1"/>
            <a:ext cx="10969625" cy="6102967"/>
          </a:xfrm>
          <a:blipFill dpi="0" rotWithShape="1">
            <a:blip r:embed="rId2">
              <a:alphaModFix amt="70000"/>
            </a:blip>
            <a:srcRect/>
            <a:stretch>
              <a:fillRect/>
            </a:stretch>
          </a:blipFill>
        </p:spPr>
        <p:txBody>
          <a:bodyPr anchor="ctr"/>
          <a:lstStyle>
            <a:lvl1pPr marL="0" indent="0" algn="ctr">
              <a:lnSpc>
                <a:spcPct val="600000"/>
              </a:lnSpc>
              <a:buFontTx/>
              <a:buNone/>
              <a:defRPr sz="900"/>
            </a:lvl1pPr>
          </a:lstStyle>
          <a:p>
            <a:r>
              <a:rPr lang="en-US" noProof="1"/>
              <a:t>Insert photo</a:t>
            </a:r>
          </a:p>
        </p:txBody>
      </p:sp>
      <p:pic>
        <p:nvPicPr>
          <p:cNvPr id="7" name="SuperGraphic">
            <a:extLst>
              <a:ext uri="{FF2B5EF4-FFF2-40B4-BE49-F238E27FC236}">
                <a16:creationId xmlns:a16="http://schemas.microsoft.com/office/drawing/2014/main" id="{B94F8A84-08DD-4D80-9910-12CC38592318}"/>
              </a:ext>
            </a:extLst>
          </p:cNvPr>
          <p:cNvPicPr>
            <a:picLocks noSelect="1"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6102000"/>
            <a:ext cx="10969200" cy="68556"/>
          </a:xfrm>
          <a:prstGeom prst="rect">
            <a:avLst/>
          </a:prstGeom>
        </p:spPr>
      </p:pic>
      <p:sp>
        <p:nvSpPr>
          <p:cNvPr id="6" name="Logo">
            <a:extLst>
              <a:ext uri="{FF2B5EF4-FFF2-40B4-BE49-F238E27FC236}">
                <a16:creationId xmlns:a16="http://schemas.microsoft.com/office/drawing/2014/main" id="{0C8D7868-566A-E406-AA76-0F7E438D3810}"/>
              </a:ext>
            </a:extLst>
          </p:cNvPr>
          <p:cNvSpPr>
            <a:spLocks noGrp="1"/>
          </p:cNvSpPr>
          <p:nvPr>
            <p:ph type="body" sz="quarter" idx="99" hasCustomPrompt="1"/>
          </p:nvPr>
        </p:nvSpPr>
        <p:spPr>
          <a:xfrm>
            <a:off x="9672212" y="5561282"/>
            <a:ext cx="1231531" cy="506144"/>
          </a:xfrm>
          <a:blipFill>
            <a:blip r:embed="rId4"/>
            <a:stretch>
              <a:fillRect/>
            </a:stretch>
          </a:blipFill>
        </p:spPr>
        <p:txBody>
          <a:bodyPr anchor="t" anchorCtr="0"/>
          <a:lstStyle>
            <a:lvl1pPr marL="0" indent="0" algn="l">
              <a:buFontTx/>
              <a:buNone/>
              <a:defRPr sz="100">
                <a:noFill/>
              </a:defRPr>
            </a:lvl1pPr>
            <a:lvl2pPr marL="457200" indent="0">
              <a:buFontTx/>
              <a:buNone/>
              <a:defRPr/>
            </a:lvl2pPr>
            <a:lvl3pPr marL="914400" indent="0">
              <a:buFontTx/>
              <a:buNone/>
              <a:defRPr/>
            </a:lvl3pPr>
            <a:lvl4pPr marL="1371600" indent="0">
              <a:buFontTx/>
              <a:buNone/>
              <a:defRPr/>
            </a:lvl4pPr>
            <a:lvl5pPr marL="1371600" indent="0">
              <a:buFontTx/>
              <a:buNone/>
              <a:defRPr/>
            </a:lvl5pPr>
          </a:lstStyle>
          <a:p>
            <a:pPr lvl="0"/>
            <a:r>
              <a:rPr lang="en-US"/>
              <a:t> </a:t>
            </a:r>
            <a:endParaRPr lang="de-DE"/>
          </a:p>
        </p:txBody>
      </p:sp>
    </p:spTree>
    <p:extLst>
      <p:ext uri="{BB962C8B-B14F-4D97-AF65-F5344CB8AC3E}">
        <p14:creationId xmlns:p14="http://schemas.microsoft.com/office/powerpoint/2010/main" val="1451357742"/>
      </p:ext>
    </p:extLst>
  </p:cSld>
  <p:clrMapOvr>
    <a:masterClrMapping/>
  </p:clrMapOvr>
  <p:hf sldNum="0" hdr="0" ftr="0" dt="0"/>
  <p:extLst>
    <p:ext uri="{DCECCB84-F9BA-43D5-87BE-67443E8EF086}">
      <p15:sldGuideLst xmlns:p15="http://schemas.microsoft.com/office/powerpoint/2012/main">
        <p15:guide id="4" orient="horz" pos="3844"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White logo vertical ">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4BBAF9A-7C35-481A-A051-34156DE6B27D}"/>
              </a:ext>
            </a:extLst>
          </p:cNvPr>
          <p:cNvSpPr>
            <a:spLocks noGrp="1"/>
          </p:cNvSpPr>
          <p:nvPr>
            <p:ph type="pic" sz="quarter" idx="1" hasCustomPrompt="1"/>
          </p:nvPr>
        </p:nvSpPr>
        <p:spPr>
          <a:xfrm>
            <a:off x="-1" y="0"/>
            <a:ext cx="10899775" cy="6170400"/>
          </a:xfrm>
          <a:blipFill dpi="0" rotWithShape="1">
            <a:blip r:embed="rId2">
              <a:alphaModFix amt="70000"/>
            </a:blip>
            <a:srcRect/>
            <a:stretch>
              <a:fillRect/>
            </a:stretch>
          </a:blipFill>
        </p:spPr>
        <p:txBody>
          <a:bodyPr anchor="ctr"/>
          <a:lstStyle>
            <a:lvl1pPr marL="0" indent="0" algn="ctr">
              <a:lnSpc>
                <a:spcPct val="600000"/>
              </a:lnSpc>
              <a:buFontTx/>
              <a:buNone/>
              <a:defRPr sz="900"/>
            </a:lvl1pPr>
          </a:lstStyle>
          <a:p>
            <a:r>
              <a:rPr lang="en-US" noProof="1"/>
              <a:t>Insert photo</a:t>
            </a:r>
          </a:p>
        </p:txBody>
      </p:sp>
      <p:pic>
        <p:nvPicPr>
          <p:cNvPr id="6" name="SuperGraphic">
            <a:extLst>
              <a:ext uri="{FF2B5EF4-FFF2-40B4-BE49-F238E27FC236}">
                <a16:creationId xmlns:a16="http://schemas.microsoft.com/office/drawing/2014/main" id="{2D38AACD-EB97-4B81-ACAA-2074E22BBC01}"/>
              </a:ext>
            </a:extLst>
          </p:cNvPr>
          <p:cNvPicPr>
            <a:picLocks noSelect="1" noChangeAspect="1"/>
          </p:cNvPicPr>
          <p:nvPr userDrawn="1"/>
        </p:nvPicPr>
        <p:blipFill>
          <a:blip r:embed="rId3">
            <a:extLst>
              <a:ext uri="{28A0092B-C50C-407E-A947-70E740481C1C}">
                <a14:useLocalDpi xmlns:a14="http://schemas.microsoft.com/office/drawing/2010/main" val="0"/>
              </a:ext>
            </a:extLst>
          </a:blip>
          <a:stretch>
            <a:fillRect/>
          </a:stretch>
        </p:blipFill>
        <p:spPr>
          <a:xfrm>
            <a:off x="10900799" y="0"/>
            <a:ext cx="68562" cy="6170613"/>
          </a:xfrm>
          <a:prstGeom prst="rect">
            <a:avLst/>
          </a:prstGeom>
        </p:spPr>
      </p:pic>
      <p:sp>
        <p:nvSpPr>
          <p:cNvPr id="2" name="Logo">
            <a:extLst>
              <a:ext uri="{FF2B5EF4-FFF2-40B4-BE49-F238E27FC236}">
                <a16:creationId xmlns:a16="http://schemas.microsoft.com/office/drawing/2014/main" id="{F002D116-88B8-2720-FAAC-860765E59F72}"/>
              </a:ext>
            </a:extLst>
          </p:cNvPr>
          <p:cNvSpPr>
            <a:spLocks noGrp="1"/>
          </p:cNvSpPr>
          <p:nvPr>
            <p:ph type="body" sz="quarter" idx="99" hasCustomPrompt="1"/>
          </p:nvPr>
        </p:nvSpPr>
        <p:spPr>
          <a:xfrm>
            <a:off x="9672212" y="5561282"/>
            <a:ext cx="1231531" cy="506144"/>
          </a:xfrm>
          <a:blipFill>
            <a:blip r:embed="rId4"/>
            <a:stretch>
              <a:fillRect/>
            </a:stretch>
          </a:blipFill>
        </p:spPr>
        <p:txBody>
          <a:bodyPr anchor="t" anchorCtr="0"/>
          <a:lstStyle>
            <a:lvl1pPr marL="0" indent="0" algn="l">
              <a:buFontTx/>
              <a:buNone/>
              <a:defRPr sz="100">
                <a:noFill/>
              </a:defRPr>
            </a:lvl1pPr>
            <a:lvl2pPr marL="457200" indent="0">
              <a:buFontTx/>
              <a:buNone/>
              <a:defRPr/>
            </a:lvl2pPr>
            <a:lvl3pPr marL="914400" indent="0">
              <a:buFontTx/>
              <a:buNone/>
              <a:defRPr/>
            </a:lvl3pPr>
            <a:lvl4pPr marL="1371600" indent="0">
              <a:buFontTx/>
              <a:buNone/>
              <a:defRPr/>
            </a:lvl4pPr>
            <a:lvl5pPr marL="1371600" indent="0">
              <a:buFontTx/>
              <a:buNone/>
              <a:defRPr/>
            </a:lvl5pPr>
          </a:lstStyle>
          <a:p>
            <a:pPr lvl="0"/>
            <a:r>
              <a:rPr lang="en-US"/>
              <a:t> </a:t>
            </a:r>
            <a:endParaRPr lang="de-DE"/>
          </a:p>
        </p:txBody>
      </p:sp>
    </p:spTree>
    <p:extLst>
      <p:ext uri="{BB962C8B-B14F-4D97-AF65-F5344CB8AC3E}">
        <p14:creationId xmlns:p14="http://schemas.microsoft.com/office/powerpoint/2010/main" val="1382321029"/>
      </p:ext>
    </p:extLst>
  </p:cSld>
  <p:clrMapOvr>
    <a:masterClrMapping/>
  </p:clrMapOvr>
  <p:hf sldNum="0" hdr="0" ftr="0" dt="0"/>
  <p:extLst>
    <p:ext uri="{DCECCB84-F9BA-43D5-87BE-67443E8EF086}">
      <p15:sldGuideLst xmlns:p15="http://schemas.microsoft.com/office/powerpoint/2012/main">
        <p15:guide id="2" pos="6866"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1 Content ">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DE43D273-A15E-4B64-AFD2-1388D749B69A}"/>
              </a:ext>
            </a:extLst>
          </p:cNvPr>
          <p:cNvSpPr>
            <a:spLocks noGrp="1"/>
          </p:cNvSpPr>
          <p:nvPr>
            <p:ph type="title" hasCustomPrompt="1"/>
          </p:nvPr>
        </p:nvSpPr>
        <p:spPr>
          <a:xfrm>
            <a:off x="205200" y="648000"/>
            <a:ext cx="10558800" cy="388800"/>
          </a:xfrm>
        </p:spPr>
        <p:txBody>
          <a:bodyPr/>
          <a:lstStyle>
            <a:lvl1pPr>
              <a:defRPr kern="1200" baseline="0"/>
            </a:lvl1pPr>
          </a:lstStyle>
          <a:p>
            <a:r>
              <a:rPr lang="en-US" noProof="1"/>
              <a:t>Add Slide Title</a:t>
            </a:r>
          </a:p>
        </p:txBody>
      </p:sp>
      <p:sp>
        <p:nvSpPr>
          <p:cNvPr id="15" name="Chapter_titleonly">
            <a:extLst>
              <a:ext uri="{FF2B5EF4-FFF2-40B4-BE49-F238E27FC236}">
                <a16:creationId xmlns:a16="http://schemas.microsoft.com/office/drawing/2014/main" id="{5B281E01-A653-4813-BC65-8900B31D115A}"/>
              </a:ext>
            </a:extLst>
          </p:cNvPr>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983" indent="0">
              <a:buNone/>
              <a:defRPr sz="2800"/>
            </a:lvl2pPr>
            <a:lvl3pPr marL="525562" indent="0">
              <a:buNone/>
              <a:defRPr sz="2800"/>
            </a:lvl3pPr>
            <a:lvl4pPr marL="748745" indent="0">
              <a:buNone/>
              <a:defRPr sz="2800"/>
            </a:lvl4pPr>
            <a:lvl5pPr marL="748745" indent="0">
              <a:buNone/>
              <a:defRPr sz="2800"/>
            </a:lvl5pPr>
          </a:lstStyle>
          <a:p>
            <a:pPr lvl="0"/>
            <a:r>
              <a:rPr lang="en-US" noProof="1"/>
              <a:t>Add Chapter Title</a:t>
            </a:r>
          </a:p>
        </p:txBody>
      </p:sp>
      <p:sp>
        <p:nvSpPr>
          <p:cNvPr id="10" name="AttachmentRemark">
            <a:extLst>
              <a:ext uri="{FF2B5EF4-FFF2-40B4-BE49-F238E27FC236}">
                <a16:creationId xmlns:a16="http://schemas.microsoft.com/office/drawing/2014/main" id="{8883D326-CEAD-4903-8269-B2D194C3C224}"/>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Bosch Office Sans" pitchFamily="2" charset="0"/>
              </a:rPr>
              <a:t> </a:t>
            </a:r>
          </a:p>
        </p:txBody>
      </p:sp>
      <p:sp>
        <p:nvSpPr>
          <p:cNvPr id="5" name="Inhaltsplatzhalter 4">
            <a:extLst>
              <a:ext uri="{FF2B5EF4-FFF2-40B4-BE49-F238E27FC236}">
                <a16:creationId xmlns:a16="http://schemas.microsoft.com/office/drawing/2014/main" id="{4D46C5CB-CB38-4AD2-99D2-34C738DF30C0}"/>
              </a:ext>
            </a:extLst>
          </p:cNvPr>
          <p:cNvSpPr>
            <a:spLocks noGrp="1"/>
          </p:cNvSpPr>
          <p:nvPr>
            <p:ph sz="quarter" idx="1" hasCustomPrompt="1"/>
          </p:nvPr>
        </p:nvSpPr>
        <p:spPr>
          <a:xfrm>
            <a:off x="205200" y="1296000"/>
            <a:ext cx="10558800" cy="42408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2" name="Slide Number Placeholder 1">
            <a:extLst>
              <a:ext uri="{FF2B5EF4-FFF2-40B4-BE49-F238E27FC236}">
                <a16:creationId xmlns:a16="http://schemas.microsoft.com/office/drawing/2014/main" id="{183261F3-E57F-4170-BD7E-F44931BED289}"/>
              </a:ext>
            </a:extLst>
          </p:cNvPr>
          <p:cNvSpPr>
            <a:spLocks noGrp="1"/>
          </p:cNvSpPr>
          <p:nvPr>
            <p:ph type="sldNum" sz="quarter" idx="12"/>
          </p:nvPr>
        </p:nvSpPr>
        <p:spPr/>
        <p:txBody>
          <a:bodyPr/>
          <a:lstStyle/>
          <a:p>
            <a:fld id="{4898AEC0-503E-4FA4-859C-D0F72D6E3F79}" type="slidenum">
              <a:rPr lang="en-US" noProof="1" smtClean="0"/>
              <a:pPr/>
              <a:t>‹#›</a:t>
            </a:fld>
            <a:endParaRPr lang="en-US" noProof="1"/>
          </a:p>
        </p:txBody>
      </p:sp>
    </p:spTree>
    <p:extLst>
      <p:ext uri="{BB962C8B-B14F-4D97-AF65-F5344CB8AC3E}">
        <p14:creationId xmlns:p14="http://schemas.microsoft.com/office/powerpoint/2010/main" val="897738281"/>
      </p:ext>
    </p:extLst>
  </p:cSld>
  <p:clrMapOvr>
    <a:masterClrMapping/>
  </p:clrMapOvr>
  <p:extLst>
    <p:ext uri="{DCECCB84-F9BA-43D5-87BE-67443E8EF086}">
      <p15:sldGuideLst xmlns:p15="http://schemas.microsoft.com/office/powerpoint/2012/main">
        <p15:guide id="1" pos="128" userDrawn="1">
          <p15:clr>
            <a:srgbClr val="FBAE40"/>
          </p15:clr>
        </p15:guide>
        <p15:guide id="2" pos="6784" userDrawn="1">
          <p15:clr>
            <a:srgbClr val="FBAE40"/>
          </p15:clr>
        </p15:guide>
        <p15:guide id="3" orient="horz" pos="162" userDrawn="1">
          <p15:clr>
            <a:srgbClr val="FBAE40"/>
          </p15:clr>
        </p15:guide>
        <p15:guide id="4" orient="horz" pos="408" userDrawn="1">
          <p15:clr>
            <a:srgbClr val="FBAE40"/>
          </p15:clr>
        </p15:guide>
        <p15:guide id="5" orient="horz" pos="654" userDrawn="1">
          <p15:clr>
            <a:srgbClr val="FBAE40"/>
          </p15:clr>
        </p15:guide>
        <p15:guide id="6" orient="horz" pos="816" userDrawn="1">
          <p15:clr>
            <a:srgbClr val="FBAE40"/>
          </p15:clr>
        </p15:guide>
        <p15:guide id="7" orient="horz" pos="3489"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2 Vertical contents ">
    <p:spTree>
      <p:nvGrpSpPr>
        <p:cNvPr id="1" name=""/>
        <p:cNvGrpSpPr/>
        <p:nvPr/>
      </p:nvGrpSpPr>
      <p:grpSpPr>
        <a:xfrm>
          <a:off x="0" y="0"/>
          <a:ext cx="0" cy="0"/>
          <a:chOff x="0" y="0"/>
          <a:chExt cx="0" cy="0"/>
        </a:xfrm>
      </p:grpSpPr>
      <p:sp>
        <p:nvSpPr>
          <p:cNvPr id="17" name="Chapter_titleonly">
            <a:extLst>
              <a:ext uri="{FF2B5EF4-FFF2-40B4-BE49-F238E27FC236}">
                <a16:creationId xmlns:a16="http://schemas.microsoft.com/office/drawing/2014/main" id="{E29BFEC5-7639-4AE9-A818-5EB7EC3C9C54}"/>
              </a:ext>
            </a:extLst>
          </p:cNvPr>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983" indent="0">
              <a:buNone/>
              <a:defRPr sz="2800"/>
            </a:lvl2pPr>
            <a:lvl3pPr marL="525562" indent="0">
              <a:buNone/>
              <a:defRPr sz="2800"/>
            </a:lvl3pPr>
            <a:lvl4pPr marL="748745" indent="0">
              <a:buNone/>
              <a:defRPr sz="2800"/>
            </a:lvl4pPr>
            <a:lvl5pPr marL="748745" indent="0">
              <a:buNone/>
              <a:defRPr sz="2800"/>
            </a:lvl5pPr>
          </a:lstStyle>
          <a:p>
            <a:pPr lvl="0"/>
            <a:r>
              <a:rPr lang="en-US" noProof="1"/>
              <a:t>Add Chapter Title</a:t>
            </a:r>
          </a:p>
        </p:txBody>
      </p:sp>
      <p:sp>
        <p:nvSpPr>
          <p:cNvPr id="13" name="Title 1">
            <a:extLst>
              <a:ext uri="{FF2B5EF4-FFF2-40B4-BE49-F238E27FC236}">
                <a16:creationId xmlns:a16="http://schemas.microsoft.com/office/drawing/2014/main" id="{5E99B80D-00FD-40C8-B929-FA71A2E035AA}"/>
              </a:ext>
            </a:extLst>
          </p:cNvPr>
          <p:cNvSpPr>
            <a:spLocks noGrp="1"/>
          </p:cNvSpPr>
          <p:nvPr>
            <p:ph type="title" hasCustomPrompt="1"/>
          </p:nvPr>
        </p:nvSpPr>
        <p:spPr>
          <a:xfrm>
            <a:off x="205200" y="648000"/>
            <a:ext cx="10558800" cy="388800"/>
          </a:xfrm>
        </p:spPr>
        <p:txBody>
          <a:bodyPr/>
          <a:lstStyle>
            <a:lvl1pPr>
              <a:defRPr kern="1200" baseline="0"/>
            </a:lvl1pPr>
          </a:lstStyle>
          <a:p>
            <a:r>
              <a:rPr lang="en-US" noProof="1"/>
              <a:t>Add Slide Title</a:t>
            </a:r>
          </a:p>
        </p:txBody>
      </p:sp>
      <p:sp>
        <p:nvSpPr>
          <p:cNvPr id="3" name="Content Placeholder 1"/>
          <p:cNvSpPr>
            <a:spLocks noGrp="1"/>
          </p:cNvSpPr>
          <p:nvPr>
            <p:ph sz="half" idx="1" hasCustomPrompt="1"/>
          </p:nvPr>
        </p:nvSpPr>
        <p:spPr>
          <a:xfrm>
            <a:off x="205200" y="1296000"/>
            <a:ext cx="4914000" cy="42408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4" name="Content Placeholder 2"/>
          <p:cNvSpPr>
            <a:spLocks noGrp="1"/>
          </p:cNvSpPr>
          <p:nvPr>
            <p:ph sz="half" idx="2" hasCustomPrompt="1"/>
          </p:nvPr>
        </p:nvSpPr>
        <p:spPr>
          <a:xfrm>
            <a:off x="5853600" y="1295999"/>
            <a:ext cx="4914000" cy="42408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2" name="AttachmentRemark">
            <a:extLst>
              <a:ext uri="{FF2B5EF4-FFF2-40B4-BE49-F238E27FC236}">
                <a16:creationId xmlns:a16="http://schemas.microsoft.com/office/drawing/2014/main" id="{0193DB20-8E77-4A05-AA77-554F32E8990F}"/>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Bosch Office Sans" pitchFamily="2" charset="0"/>
              </a:rPr>
              <a:t> </a:t>
            </a:r>
          </a:p>
        </p:txBody>
      </p:sp>
      <p:sp>
        <p:nvSpPr>
          <p:cNvPr id="2" name="Slide Number Placeholder 1">
            <a:extLst>
              <a:ext uri="{FF2B5EF4-FFF2-40B4-BE49-F238E27FC236}">
                <a16:creationId xmlns:a16="http://schemas.microsoft.com/office/drawing/2014/main" id="{4A6EE88F-E97F-46A3-8AB7-354C833CFFAB}"/>
              </a:ext>
            </a:extLst>
          </p:cNvPr>
          <p:cNvSpPr>
            <a:spLocks noGrp="1"/>
          </p:cNvSpPr>
          <p:nvPr>
            <p:ph type="sldNum" sz="quarter" idx="12"/>
          </p:nvPr>
        </p:nvSpPr>
        <p:spPr/>
        <p:txBody>
          <a:bodyPr/>
          <a:lstStyle/>
          <a:p>
            <a:fld id="{4898AEC0-503E-4FA4-859C-D0F72D6E3F79}" type="slidenum">
              <a:rPr lang="en-US" noProof="1" smtClean="0"/>
              <a:pPr/>
              <a:t>‹#›</a:t>
            </a:fld>
            <a:endParaRPr lang="en-US" noProof="1"/>
          </a:p>
        </p:txBody>
      </p:sp>
    </p:spTree>
    <p:extLst>
      <p:ext uri="{BB962C8B-B14F-4D97-AF65-F5344CB8AC3E}">
        <p14:creationId xmlns:p14="http://schemas.microsoft.com/office/powerpoint/2010/main" val="2787601235"/>
      </p:ext>
    </p:extLst>
  </p:cSld>
  <p:clrMapOvr>
    <a:masterClrMapping/>
  </p:clrMapOvr>
  <p:extLst>
    <p:ext uri="{DCECCB84-F9BA-43D5-87BE-67443E8EF086}">
      <p15:sldGuideLst xmlns:p15="http://schemas.microsoft.com/office/powerpoint/2012/main">
        <p15:guide id="1" pos="128" userDrawn="1">
          <p15:clr>
            <a:srgbClr val="FBAE40"/>
          </p15:clr>
        </p15:guide>
        <p15:guide id="2" pos="6784" userDrawn="1">
          <p15:clr>
            <a:srgbClr val="FBAE40"/>
          </p15:clr>
        </p15:guide>
        <p15:guide id="3" orient="horz" pos="162" userDrawn="1">
          <p15:clr>
            <a:srgbClr val="FBAE40"/>
          </p15:clr>
        </p15:guide>
        <p15:guide id="4" orient="horz" pos="408" userDrawn="1">
          <p15:clr>
            <a:srgbClr val="FBAE40"/>
          </p15:clr>
        </p15:guide>
        <p15:guide id="5" orient="horz" pos="654" userDrawn="1">
          <p15:clr>
            <a:srgbClr val="FBAE40"/>
          </p15:clr>
        </p15:guide>
        <p15:guide id="6" orient="horz" pos="816" userDrawn="1">
          <p15:clr>
            <a:srgbClr val="FBAE40"/>
          </p15:clr>
        </p15:guide>
        <p15:guide id="7" orient="horz" pos="3489" userDrawn="1">
          <p15:clr>
            <a:srgbClr val="FBAE40"/>
          </p15:clr>
        </p15:guide>
        <p15:guide id="8" pos="3225" userDrawn="1">
          <p15:clr>
            <a:srgbClr val="FBAE40"/>
          </p15:clr>
        </p15:guide>
        <p15:guide id="9" pos="3687"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3 Vertical contents ">
    <p:spTree>
      <p:nvGrpSpPr>
        <p:cNvPr id="1" name=""/>
        <p:cNvGrpSpPr/>
        <p:nvPr/>
      </p:nvGrpSpPr>
      <p:grpSpPr>
        <a:xfrm>
          <a:off x="0" y="0"/>
          <a:ext cx="0" cy="0"/>
          <a:chOff x="0" y="0"/>
          <a:chExt cx="0" cy="0"/>
        </a:xfrm>
      </p:grpSpPr>
      <p:sp>
        <p:nvSpPr>
          <p:cNvPr id="18" name="Chapter_titleonly">
            <a:extLst>
              <a:ext uri="{FF2B5EF4-FFF2-40B4-BE49-F238E27FC236}">
                <a16:creationId xmlns:a16="http://schemas.microsoft.com/office/drawing/2014/main" id="{7CCAFAD8-87FF-4E8A-B13E-2709A28399CC}"/>
              </a:ext>
            </a:extLst>
          </p:cNvPr>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983" indent="0">
              <a:buNone/>
              <a:defRPr sz="2800"/>
            </a:lvl2pPr>
            <a:lvl3pPr marL="525562" indent="0">
              <a:buNone/>
              <a:defRPr sz="2800"/>
            </a:lvl3pPr>
            <a:lvl4pPr marL="748745" indent="0">
              <a:buNone/>
              <a:defRPr sz="2800"/>
            </a:lvl4pPr>
            <a:lvl5pPr marL="748745" indent="0">
              <a:buNone/>
              <a:defRPr sz="2800"/>
            </a:lvl5pPr>
          </a:lstStyle>
          <a:p>
            <a:pPr lvl="0"/>
            <a:r>
              <a:rPr lang="en-US" noProof="1"/>
              <a:t>Add Chapter Title</a:t>
            </a:r>
          </a:p>
        </p:txBody>
      </p:sp>
      <p:sp>
        <p:nvSpPr>
          <p:cNvPr id="14" name="Title 1">
            <a:extLst>
              <a:ext uri="{FF2B5EF4-FFF2-40B4-BE49-F238E27FC236}">
                <a16:creationId xmlns:a16="http://schemas.microsoft.com/office/drawing/2014/main" id="{4213B860-B040-4AA5-BCCF-91A137076F8B}"/>
              </a:ext>
            </a:extLst>
          </p:cNvPr>
          <p:cNvSpPr>
            <a:spLocks noGrp="1"/>
          </p:cNvSpPr>
          <p:nvPr>
            <p:ph type="title" hasCustomPrompt="1"/>
          </p:nvPr>
        </p:nvSpPr>
        <p:spPr>
          <a:xfrm>
            <a:off x="205200" y="648000"/>
            <a:ext cx="10558800" cy="388800"/>
          </a:xfrm>
        </p:spPr>
        <p:txBody>
          <a:bodyPr/>
          <a:lstStyle>
            <a:lvl1pPr>
              <a:defRPr kern="1200" baseline="0"/>
            </a:lvl1pPr>
          </a:lstStyle>
          <a:p>
            <a:r>
              <a:rPr lang="en-US" noProof="1"/>
              <a:t>Add Slide Title</a:t>
            </a:r>
          </a:p>
        </p:txBody>
      </p:sp>
      <p:sp>
        <p:nvSpPr>
          <p:cNvPr id="3" name="Content Placeholder 1"/>
          <p:cNvSpPr>
            <a:spLocks noGrp="1"/>
          </p:cNvSpPr>
          <p:nvPr>
            <p:ph sz="half" idx="1" hasCustomPrompt="1"/>
          </p:nvPr>
        </p:nvSpPr>
        <p:spPr>
          <a:xfrm>
            <a:off x="205200" y="1296000"/>
            <a:ext cx="3168000" cy="42408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47" name="Content Placeholder 2">
            <a:extLst>
              <a:ext uri="{FF2B5EF4-FFF2-40B4-BE49-F238E27FC236}">
                <a16:creationId xmlns:a16="http://schemas.microsoft.com/office/drawing/2014/main" id="{3F3E027D-9EE5-4C12-9974-36EA025C350F}"/>
              </a:ext>
            </a:extLst>
          </p:cNvPr>
          <p:cNvSpPr>
            <a:spLocks noGrp="1"/>
          </p:cNvSpPr>
          <p:nvPr>
            <p:ph sz="half" idx="2" hasCustomPrompt="1"/>
          </p:nvPr>
        </p:nvSpPr>
        <p:spPr>
          <a:xfrm>
            <a:off x="3900600" y="1296000"/>
            <a:ext cx="3168000" cy="42408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4" name="Content Placeholder 3"/>
          <p:cNvSpPr>
            <a:spLocks noGrp="1"/>
          </p:cNvSpPr>
          <p:nvPr>
            <p:ph sz="half" idx="3" hasCustomPrompt="1"/>
          </p:nvPr>
        </p:nvSpPr>
        <p:spPr>
          <a:xfrm>
            <a:off x="7596000" y="1295999"/>
            <a:ext cx="3168000" cy="42408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3" name="AttachmentRemark">
            <a:extLst>
              <a:ext uri="{FF2B5EF4-FFF2-40B4-BE49-F238E27FC236}">
                <a16:creationId xmlns:a16="http://schemas.microsoft.com/office/drawing/2014/main" id="{79759149-285E-4F0E-938E-7199B34084BE}"/>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Bosch Office Sans" pitchFamily="2" charset="0"/>
              </a:rPr>
              <a:t> </a:t>
            </a:r>
          </a:p>
        </p:txBody>
      </p:sp>
      <p:sp>
        <p:nvSpPr>
          <p:cNvPr id="2" name="Slide Number Placeholder 1">
            <a:extLst>
              <a:ext uri="{FF2B5EF4-FFF2-40B4-BE49-F238E27FC236}">
                <a16:creationId xmlns:a16="http://schemas.microsoft.com/office/drawing/2014/main" id="{21F85651-AA1F-4EE5-A69C-0361B9A97953}"/>
              </a:ext>
            </a:extLst>
          </p:cNvPr>
          <p:cNvSpPr>
            <a:spLocks noGrp="1"/>
          </p:cNvSpPr>
          <p:nvPr>
            <p:ph type="sldNum" sz="quarter" idx="12"/>
          </p:nvPr>
        </p:nvSpPr>
        <p:spPr/>
        <p:txBody>
          <a:bodyPr/>
          <a:lstStyle/>
          <a:p>
            <a:fld id="{4898AEC0-503E-4FA4-859C-D0F72D6E3F79}" type="slidenum">
              <a:rPr lang="en-US" noProof="1" smtClean="0"/>
              <a:pPr/>
              <a:t>‹#›</a:t>
            </a:fld>
            <a:endParaRPr lang="en-US" noProof="1"/>
          </a:p>
        </p:txBody>
      </p:sp>
    </p:spTree>
    <p:extLst>
      <p:ext uri="{BB962C8B-B14F-4D97-AF65-F5344CB8AC3E}">
        <p14:creationId xmlns:p14="http://schemas.microsoft.com/office/powerpoint/2010/main" val="2005200844"/>
      </p:ext>
    </p:extLst>
  </p:cSld>
  <p:clrMapOvr>
    <a:masterClrMapping/>
  </p:clrMapOvr>
  <p:extLst>
    <p:ext uri="{DCECCB84-F9BA-43D5-87BE-67443E8EF086}">
      <p15:sldGuideLst xmlns:p15="http://schemas.microsoft.com/office/powerpoint/2012/main">
        <p15:guide id="1" pos="128" userDrawn="1">
          <p15:clr>
            <a:srgbClr val="FBAE40"/>
          </p15:clr>
        </p15:guide>
        <p15:guide id="2" pos="6784" userDrawn="1">
          <p15:clr>
            <a:srgbClr val="FBAE40"/>
          </p15:clr>
        </p15:guide>
        <p15:guide id="3" orient="horz" pos="162" userDrawn="1">
          <p15:clr>
            <a:srgbClr val="FBAE40"/>
          </p15:clr>
        </p15:guide>
        <p15:guide id="4" orient="horz" pos="408" userDrawn="1">
          <p15:clr>
            <a:srgbClr val="FBAE40"/>
          </p15:clr>
        </p15:guide>
        <p15:guide id="5" orient="horz" pos="654" userDrawn="1">
          <p15:clr>
            <a:srgbClr val="FBAE40"/>
          </p15:clr>
        </p15:guide>
        <p15:guide id="6" orient="horz" pos="816" userDrawn="1">
          <p15:clr>
            <a:srgbClr val="FBAE40"/>
          </p15:clr>
        </p15:guide>
        <p15:guide id="7" orient="horz" pos="3489" userDrawn="1">
          <p15:clr>
            <a:srgbClr val="FBAE40"/>
          </p15:clr>
        </p15:guide>
        <p15:guide id="8" pos="2126" userDrawn="1">
          <p15:clr>
            <a:srgbClr val="FBAE40"/>
          </p15:clr>
        </p15:guide>
        <p15:guide id="9" pos="2455" userDrawn="1">
          <p15:clr>
            <a:srgbClr val="FBAE40"/>
          </p15:clr>
        </p15:guide>
        <p15:guide id="10" pos="4453" userDrawn="1">
          <p15:clr>
            <a:srgbClr val="FBAE40"/>
          </p15:clr>
        </p15:guide>
        <p15:guide id="11" pos="4782"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4 Vertical contents ">
    <p:spTree>
      <p:nvGrpSpPr>
        <p:cNvPr id="1" name=""/>
        <p:cNvGrpSpPr/>
        <p:nvPr/>
      </p:nvGrpSpPr>
      <p:grpSpPr>
        <a:xfrm>
          <a:off x="0" y="0"/>
          <a:ext cx="0" cy="0"/>
          <a:chOff x="0" y="0"/>
          <a:chExt cx="0" cy="0"/>
        </a:xfrm>
      </p:grpSpPr>
      <p:sp>
        <p:nvSpPr>
          <p:cNvPr id="19" name="Chapter_titleonly">
            <a:extLst>
              <a:ext uri="{FF2B5EF4-FFF2-40B4-BE49-F238E27FC236}">
                <a16:creationId xmlns:a16="http://schemas.microsoft.com/office/drawing/2014/main" id="{85E4898A-B45B-416F-8A7F-E57751056EEE}"/>
              </a:ext>
            </a:extLst>
          </p:cNvPr>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983" indent="0">
              <a:buNone/>
              <a:defRPr sz="2800"/>
            </a:lvl2pPr>
            <a:lvl3pPr marL="525562" indent="0">
              <a:buNone/>
              <a:defRPr sz="2800"/>
            </a:lvl3pPr>
            <a:lvl4pPr marL="748745" indent="0">
              <a:buNone/>
              <a:defRPr sz="2800"/>
            </a:lvl4pPr>
            <a:lvl5pPr marL="748745" indent="0">
              <a:buNone/>
              <a:defRPr sz="2800"/>
            </a:lvl5pPr>
          </a:lstStyle>
          <a:p>
            <a:pPr lvl="0"/>
            <a:r>
              <a:rPr lang="en-US" noProof="1"/>
              <a:t>Add Chapter Title</a:t>
            </a:r>
          </a:p>
        </p:txBody>
      </p:sp>
      <p:sp>
        <p:nvSpPr>
          <p:cNvPr id="15" name="Title 1">
            <a:extLst>
              <a:ext uri="{FF2B5EF4-FFF2-40B4-BE49-F238E27FC236}">
                <a16:creationId xmlns:a16="http://schemas.microsoft.com/office/drawing/2014/main" id="{A33F6F31-B924-4EAD-BDA8-332AAD2C4179}"/>
              </a:ext>
            </a:extLst>
          </p:cNvPr>
          <p:cNvSpPr>
            <a:spLocks noGrp="1"/>
          </p:cNvSpPr>
          <p:nvPr>
            <p:ph type="title" hasCustomPrompt="1"/>
          </p:nvPr>
        </p:nvSpPr>
        <p:spPr>
          <a:xfrm>
            <a:off x="205200" y="648000"/>
            <a:ext cx="10558800" cy="388800"/>
          </a:xfrm>
        </p:spPr>
        <p:txBody>
          <a:bodyPr/>
          <a:lstStyle>
            <a:lvl1pPr>
              <a:defRPr kern="1200" baseline="0"/>
            </a:lvl1pPr>
          </a:lstStyle>
          <a:p>
            <a:r>
              <a:rPr lang="en-US" noProof="1"/>
              <a:t>Add Slide Title</a:t>
            </a:r>
          </a:p>
        </p:txBody>
      </p:sp>
      <p:sp>
        <p:nvSpPr>
          <p:cNvPr id="5" name="Content Placeholder 1"/>
          <p:cNvSpPr>
            <a:spLocks noGrp="1"/>
          </p:cNvSpPr>
          <p:nvPr>
            <p:ph sz="half" idx="1" hasCustomPrompt="1"/>
          </p:nvPr>
        </p:nvSpPr>
        <p:spPr>
          <a:xfrm>
            <a:off x="205200" y="1295399"/>
            <a:ext cx="2541600" cy="42408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2"/>
          <p:cNvSpPr>
            <a:spLocks noGrp="1"/>
          </p:cNvSpPr>
          <p:nvPr>
            <p:ph sz="half" idx="2" hasCustomPrompt="1"/>
          </p:nvPr>
        </p:nvSpPr>
        <p:spPr>
          <a:xfrm>
            <a:off x="2877600" y="1295400"/>
            <a:ext cx="2541600" cy="42408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8" name="Content Placeholder 3"/>
          <p:cNvSpPr>
            <a:spLocks noGrp="1"/>
          </p:cNvSpPr>
          <p:nvPr>
            <p:ph sz="half" idx="3" hasCustomPrompt="1"/>
          </p:nvPr>
        </p:nvSpPr>
        <p:spPr>
          <a:xfrm>
            <a:off x="5550000" y="1295399"/>
            <a:ext cx="2541600" cy="42408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9" name="Content Placeholder 4"/>
          <p:cNvSpPr>
            <a:spLocks noGrp="1"/>
          </p:cNvSpPr>
          <p:nvPr>
            <p:ph sz="half" idx="4" hasCustomPrompt="1"/>
          </p:nvPr>
        </p:nvSpPr>
        <p:spPr>
          <a:xfrm>
            <a:off x="8222400" y="1295400"/>
            <a:ext cx="2541600" cy="42408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4" name="AttachmentRemark">
            <a:extLst>
              <a:ext uri="{FF2B5EF4-FFF2-40B4-BE49-F238E27FC236}">
                <a16:creationId xmlns:a16="http://schemas.microsoft.com/office/drawing/2014/main" id="{3A9A741C-7644-4810-ABAF-465822FC0D76}"/>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Bosch Office Sans" pitchFamily="2" charset="0"/>
              </a:rPr>
              <a:t> </a:t>
            </a:r>
          </a:p>
        </p:txBody>
      </p:sp>
      <p:sp>
        <p:nvSpPr>
          <p:cNvPr id="2" name="Slide Number Placeholder 1">
            <a:extLst>
              <a:ext uri="{FF2B5EF4-FFF2-40B4-BE49-F238E27FC236}">
                <a16:creationId xmlns:a16="http://schemas.microsoft.com/office/drawing/2014/main" id="{4E68EDC3-D46C-4E18-BC78-B9478A7BDC83}"/>
              </a:ext>
            </a:extLst>
          </p:cNvPr>
          <p:cNvSpPr>
            <a:spLocks noGrp="1"/>
          </p:cNvSpPr>
          <p:nvPr>
            <p:ph type="sldNum" sz="quarter" idx="12"/>
          </p:nvPr>
        </p:nvSpPr>
        <p:spPr/>
        <p:txBody>
          <a:bodyPr/>
          <a:lstStyle/>
          <a:p>
            <a:fld id="{4898AEC0-503E-4FA4-859C-D0F72D6E3F79}" type="slidenum">
              <a:rPr lang="en-US" noProof="1" smtClean="0"/>
              <a:pPr/>
              <a:t>‹#›</a:t>
            </a:fld>
            <a:endParaRPr lang="en-US" noProof="1"/>
          </a:p>
        </p:txBody>
      </p:sp>
    </p:spTree>
    <p:extLst>
      <p:ext uri="{BB962C8B-B14F-4D97-AF65-F5344CB8AC3E}">
        <p14:creationId xmlns:p14="http://schemas.microsoft.com/office/powerpoint/2010/main" val="1763114601"/>
      </p:ext>
    </p:extLst>
  </p:cSld>
  <p:clrMapOvr>
    <a:masterClrMapping/>
  </p:clrMapOvr>
  <p:extLst>
    <p:ext uri="{DCECCB84-F9BA-43D5-87BE-67443E8EF086}">
      <p15:sldGuideLst xmlns:p15="http://schemas.microsoft.com/office/powerpoint/2012/main">
        <p15:guide id="1" pos="128" userDrawn="1">
          <p15:clr>
            <a:srgbClr val="FBAE40"/>
          </p15:clr>
        </p15:guide>
        <p15:guide id="2" pos="6784" userDrawn="1">
          <p15:clr>
            <a:srgbClr val="FBAE40"/>
          </p15:clr>
        </p15:guide>
        <p15:guide id="3" orient="horz" pos="162" userDrawn="1">
          <p15:clr>
            <a:srgbClr val="FBAE40"/>
          </p15:clr>
        </p15:guide>
        <p15:guide id="4" orient="horz" pos="408" userDrawn="1">
          <p15:clr>
            <a:srgbClr val="FBAE40"/>
          </p15:clr>
        </p15:guide>
        <p15:guide id="5" orient="horz" pos="654" userDrawn="1">
          <p15:clr>
            <a:srgbClr val="FBAE40"/>
          </p15:clr>
        </p15:guide>
        <p15:guide id="6" orient="horz" pos="816" userDrawn="1">
          <p15:clr>
            <a:srgbClr val="FBAE40"/>
          </p15:clr>
        </p15:guide>
        <p15:guide id="7" orient="horz" pos="3489" userDrawn="1">
          <p15:clr>
            <a:srgbClr val="FBAE40"/>
          </p15:clr>
        </p15:guide>
        <p15:guide id="8" pos="1731" userDrawn="1">
          <p15:clr>
            <a:srgbClr val="FBAE40"/>
          </p15:clr>
        </p15:guide>
        <p15:guide id="9" pos="1810" userDrawn="1">
          <p15:clr>
            <a:srgbClr val="FBAE40"/>
          </p15:clr>
        </p15:guide>
        <p15:guide id="10" pos="3417" userDrawn="1">
          <p15:clr>
            <a:srgbClr val="FBAE40"/>
          </p15:clr>
        </p15:guide>
        <p15:guide id="11" pos="3495" userDrawn="1">
          <p15:clr>
            <a:srgbClr val="FBAE40"/>
          </p15:clr>
        </p15:guide>
        <p15:guide id="12" pos="5098" userDrawn="1">
          <p15:clr>
            <a:srgbClr val="FBAE40"/>
          </p15:clr>
        </p15:guide>
        <p15:guide id="13" pos="5177"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2 Horizontal contents ">
    <p:spTree>
      <p:nvGrpSpPr>
        <p:cNvPr id="1" name=""/>
        <p:cNvGrpSpPr/>
        <p:nvPr/>
      </p:nvGrpSpPr>
      <p:grpSpPr>
        <a:xfrm>
          <a:off x="0" y="0"/>
          <a:ext cx="0" cy="0"/>
          <a:chOff x="0" y="0"/>
          <a:chExt cx="0" cy="0"/>
        </a:xfrm>
      </p:grpSpPr>
      <p:sp>
        <p:nvSpPr>
          <p:cNvPr id="17" name="Chapter_titleonly">
            <a:extLst>
              <a:ext uri="{FF2B5EF4-FFF2-40B4-BE49-F238E27FC236}">
                <a16:creationId xmlns:a16="http://schemas.microsoft.com/office/drawing/2014/main" id="{9398DDFA-1939-498B-8921-7DDB40481FE9}"/>
              </a:ext>
            </a:extLst>
          </p:cNvPr>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983" indent="0">
              <a:buNone/>
              <a:defRPr sz="2800"/>
            </a:lvl2pPr>
            <a:lvl3pPr marL="525562" indent="0">
              <a:buNone/>
              <a:defRPr sz="2800"/>
            </a:lvl3pPr>
            <a:lvl4pPr marL="748745" indent="0">
              <a:buNone/>
              <a:defRPr sz="2800"/>
            </a:lvl4pPr>
            <a:lvl5pPr marL="748745" indent="0">
              <a:buNone/>
              <a:defRPr sz="2800"/>
            </a:lvl5pPr>
          </a:lstStyle>
          <a:p>
            <a:pPr lvl="0"/>
            <a:r>
              <a:rPr lang="en-US" noProof="1"/>
              <a:t>Add Chapter Title</a:t>
            </a:r>
          </a:p>
        </p:txBody>
      </p:sp>
      <p:sp>
        <p:nvSpPr>
          <p:cNvPr id="13" name="Title 1">
            <a:extLst>
              <a:ext uri="{FF2B5EF4-FFF2-40B4-BE49-F238E27FC236}">
                <a16:creationId xmlns:a16="http://schemas.microsoft.com/office/drawing/2014/main" id="{AB79D08E-37B8-49BA-9E18-ED577CD99900}"/>
              </a:ext>
            </a:extLst>
          </p:cNvPr>
          <p:cNvSpPr>
            <a:spLocks noGrp="1"/>
          </p:cNvSpPr>
          <p:nvPr>
            <p:ph type="title" hasCustomPrompt="1"/>
          </p:nvPr>
        </p:nvSpPr>
        <p:spPr>
          <a:xfrm>
            <a:off x="205200" y="648000"/>
            <a:ext cx="10558800" cy="388800"/>
          </a:xfrm>
        </p:spPr>
        <p:txBody>
          <a:bodyPr/>
          <a:lstStyle>
            <a:lvl1pPr>
              <a:defRPr kern="1200" baseline="0"/>
            </a:lvl1pPr>
          </a:lstStyle>
          <a:p>
            <a:r>
              <a:rPr lang="en-US" noProof="1"/>
              <a:t>Add Slide Title</a:t>
            </a:r>
          </a:p>
        </p:txBody>
      </p:sp>
      <p:sp>
        <p:nvSpPr>
          <p:cNvPr id="5" name="Content Placeholder 1"/>
          <p:cNvSpPr>
            <a:spLocks noGrp="1"/>
          </p:cNvSpPr>
          <p:nvPr>
            <p:ph sz="half" idx="1" hasCustomPrompt="1"/>
          </p:nvPr>
        </p:nvSpPr>
        <p:spPr>
          <a:xfrm>
            <a:off x="205200" y="1296000"/>
            <a:ext cx="105588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2"/>
          <p:cNvSpPr>
            <a:spLocks noGrp="1"/>
          </p:cNvSpPr>
          <p:nvPr>
            <p:ph sz="half" idx="2" hasCustomPrompt="1"/>
          </p:nvPr>
        </p:nvSpPr>
        <p:spPr>
          <a:xfrm>
            <a:off x="205200" y="3481200"/>
            <a:ext cx="105588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2" name="AttachmentRemark">
            <a:extLst>
              <a:ext uri="{FF2B5EF4-FFF2-40B4-BE49-F238E27FC236}">
                <a16:creationId xmlns:a16="http://schemas.microsoft.com/office/drawing/2014/main" id="{2E7C0809-54C2-4B00-97B9-AEB55C54DF36}"/>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Bosch Office Sans" pitchFamily="2" charset="0"/>
              </a:rPr>
              <a:t> </a:t>
            </a:r>
          </a:p>
        </p:txBody>
      </p:sp>
      <p:sp>
        <p:nvSpPr>
          <p:cNvPr id="2" name="Slide Number Placeholder 1">
            <a:extLst>
              <a:ext uri="{FF2B5EF4-FFF2-40B4-BE49-F238E27FC236}">
                <a16:creationId xmlns:a16="http://schemas.microsoft.com/office/drawing/2014/main" id="{D337342F-2EB7-4EB1-963F-314A664F0F2C}"/>
              </a:ext>
            </a:extLst>
          </p:cNvPr>
          <p:cNvSpPr>
            <a:spLocks noGrp="1"/>
          </p:cNvSpPr>
          <p:nvPr>
            <p:ph type="sldNum" sz="quarter" idx="12"/>
          </p:nvPr>
        </p:nvSpPr>
        <p:spPr/>
        <p:txBody>
          <a:bodyPr/>
          <a:lstStyle/>
          <a:p>
            <a:fld id="{4898AEC0-503E-4FA4-859C-D0F72D6E3F79}" type="slidenum">
              <a:rPr lang="en-US" noProof="1" smtClean="0"/>
              <a:pPr/>
              <a:t>‹#›</a:t>
            </a:fld>
            <a:endParaRPr lang="en-US" noProof="1"/>
          </a:p>
        </p:txBody>
      </p:sp>
    </p:spTree>
    <p:extLst>
      <p:ext uri="{BB962C8B-B14F-4D97-AF65-F5344CB8AC3E}">
        <p14:creationId xmlns:p14="http://schemas.microsoft.com/office/powerpoint/2010/main" val="3956372322"/>
      </p:ext>
    </p:extLst>
  </p:cSld>
  <p:clrMapOvr>
    <a:masterClrMapping/>
  </p:clrMapOvr>
  <p:extLst>
    <p:ext uri="{DCECCB84-F9BA-43D5-87BE-67443E8EF086}">
      <p15:sldGuideLst xmlns:p15="http://schemas.microsoft.com/office/powerpoint/2012/main">
        <p15:guide id="1" pos="128" userDrawn="1">
          <p15:clr>
            <a:srgbClr val="FBAE40"/>
          </p15:clr>
        </p15:guide>
        <p15:guide id="2" pos="6784" userDrawn="1">
          <p15:clr>
            <a:srgbClr val="FBAE40"/>
          </p15:clr>
        </p15:guide>
        <p15:guide id="3" orient="horz" pos="162" userDrawn="1">
          <p15:clr>
            <a:srgbClr val="FBAE40"/>
          </p15:clr>
        </p15:guide>
        <p15:guide id="4" orient="horz" pos="408" userDrawn="1">
          <p15:clr>
            <a:srgbClr val="FBAE40"/>
          </p15:clr>
        </p15:guide>
        <p15:guide id="5" orient="horz" pos="654" userDrawn="1">
          <p15:clr>
            <a:srgbClr val="FBAE40"/>
          </p15:clr>
        </p15:guide>
        <p15:guide id="6" orient="horz" pos="816" userDrawn="1">
          <p15:clr>
            <a:srgbClr val="FBAE40"/>
          </p15:clr>
        </p15:guide>
        <p15:guide id="7" orient="horz" pos="3489" userDrawn="1">
          <p15:clr>
            <a:srgbClr val="FBAE40"/>
          </p15:clr>
        </p15:guide>
        <p15:guide id="8" orient="horz" pos="2113" userDrawn="1">
          <p15:clr>
            <a:srgbClr val="FBAE40"/>
          </p15:clr>
        </p15:guide>
        <p15:guide id="9" orient="horz" pos="2192"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2 x 2 Contents ">
    <p:spTree>
      <p:nvGrpSpPr>
        <p:cNvPr id="1" name=""/>
        <p:cNvGrpSpPr/>
        <p:nvPr/>
      </p:nvGrpSpPr>
      <p:grpSpPr>
        <a:xfrm>
          <a:off x="0" y="0"/>
          <a:ext cx="0" cy="0"/>
          <a:chOff x="0" y="0"/>
          <a:chExt cx="0" cy="0"/>
        </a:xfrm>
      </p:grpSpPr>
      <p:sp>
        <p:nvSpPr>
          <p:cNvPr id="19" name="Chapter_titleonly">
            <a:extLst>
              <a:ext uri="{FF2B5EF4-FFF2-40B4-BE49-F238E27FC236}">
                <a16:creationId xmlns:a16="http://schemas.microsoft.com/office/drawing/2014/main" id="{90C8652B-1F43-4467-AC53-668A8D3D470B}"/>
              </a:ext>
            </a:extLst>
          </p:cNvPr>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983" indent="0">
              <a:buNone/>
              <a:defRPr sz="2800"/>
            </a:lvl2pPr>
            <a:lvl3pPr marL="525562" indent="0">
              <a:buNone/>
              <a:defRPr sz="2800"/>
            </a:lvl3pPr>
            <a:lvl4pPr marL="748745" indent="0">
              <a:buNone/>
              <a:defRPr sz="2800"/>
            </a:lvl4pPr>
            <a:lvl5pPr marL="748745" indent="0">
              <a:buNone/>
              <a:defRPr sz="2800"/>
            </a:lvl5pPr>
          </a:lstStyle>
          <a:p>
            <a:pPr lvl="0"/>
            <a:r>
              <a:rPr lang="en-US" noProof="1"/>
              <a:t>Add Chapter Title</a:t>
            </a:r>
          </a:p>
        </p:txBody>
      </p:sp>
      <p:sp>
        <p:nvSpPr>
          <p:cNvPr id="15" name="Title 1">
            <a:extLst>
              <a:ext uri="{FF2B5EF4-FFF2-40B4-BE49-F238E27FC236}">
                <a16:creationId xmlns:a16="http://schemas.microsoft.com/office/drawing/2014/main" id="{EFDBB36D-E1FF-4336-B805-B8B7F4B25A83}"/>
              </a:ext>
            </a:extLst>
          </p:cNvPr>
          <p:cNvSpPr>
            <a:spLocks noGrp="1"/>
          </p:cNvSpPr>
          <p:nvPr>
            <p:ph type="title" hasCustomPrompt="1"/>
          </p:nvPr>
        </p:nvSpPr>
        <p:spPr>
          <a:xfrm>
            <a:off x="205200" y="648000"/>
            <a:ext cx="10558800" cy="388800"/>
          </a:xfrm>
        </p:spPr>
        <p:txBody>
          <a:bodyPr/>
          <a:lstStyle>
            <a:lvl1pPr>
              <a:defRPr kern="1200" baseline="0"/>
            </a:lvl1pPr>
          </a:lstStyle>
          <a:p>
            <a:r>
              <a:rPr lang="en-US" noProof="1"/>
              <a:t>Add Slide Title</a:t>
            </a:r>
          </a:p>
        </p:txBody>
      </p:sp>
      <p:sp>
        <p:nvSpPr>
          <p:cNvPr id="5" name="Content Placeholder 1"/>
          <p:cNvSpPr>
            <a:spLocks noGrp="1"/>
          </p:cNvSpPr>
          <p:nvPr>
            <p:ph sz="half" idx="1" hasCustomPrompt="1"/>
          </p:nvPr>
        </p:nvSpPr>
        <p:spPr>
          <a:xfrm>
            <a:off x="205200" y="1296000"/>
            <a:ext cx="49140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2"/>
          <p:cNvSpPr>
            <a:spLocks noGrp="1"/>
          </p:cNvSpPr>
          <p:nvPr>
            <p:ph sz="half" idx="3" hasCustomPrompt="1"/>
          </p:nvPr>
        </p:nvSpPr>
        <p:spPr>
          <a:xfrm>
            <a:off x="5850000" y="1295999"/>
            <a:ext cx="49140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8" name="Content Placeholder 3"/>
          <p:cNvSpPr>
            <a:spLocks noGrp="1"/>
          </p:cNvSpPr>
          <p:nvPr>
            <p:ph sz="half" idx="2" hasCustomPrompt="1"/>
          </p:nvPr>
        </p:nvSpPr>
        <p:spPr>
          <a:xfrm>
            <a:off x="205200" y="3481200"/>
            <a:ext cx="49140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9" name="Content Placeholder 4"/>
          <p:cNvSpPr>
            <a:spLocks noGrp="1"/>
          </p:cNvSpPr>
          <p:nvPr>
            <p:ph sz="half" idx="4" hasCustomPrompt="1"/>
          </p:nvPr>
        </p:nvSpPr>
        <p:spPr>
          <a:xfrm>
            <a:off x="5850000" y="3481200"/>
            <a:ext cx="49140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4" name="AttachmentRemark">
            <a:extLst>
              <a:ext uri="{FF2B5EF4-FFF2-40B4-BE49-F238E27FC236}">
                <a16:creationId xmlns:a16="http://schemas.microsoft.com/office/drawing/2014/main" id="{43F0E5D0-784C-433E-AAB0-40D43C1BCBAB}"/>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Bosch Office Sans" pitchFamily="2" charset="0"/>
              </a:rPr>
              <a:t> </a:t>
            </a:r>
          </a:p>
        </p:txBody>
      </p:sp>
      <p:sp>
        <p:nvSpPr>
          <p:cNvPr id="2" name="Slide Number Placeholder 1">
            <a:extLst>
              <a:ext uri="{FF2B5EF4-FFF2-40B4-BE49-F238E27FC236}">
                <a16:creationId xmlns:a16="http://schemas.microsoft.com/office/drawing/2014/main" id="{685D5130-F453-4F60-9091-CC67A95125AD}"/>
              </a:ext>
            </a:extLst>
          </p:cNvPr>
          <p:cNvSpPr>
            <a:spLocks noGrp="1"/>
          </p:cNvSpPr>
          <p:nvPr>
            <p:ph type="sldNum" sz="quarter" idx="12"/>
          </p:nvPr>
        </p:nvSpPr>
        <p:spPr/>
        <p:txBody>
          <a:bodyPr/>
          <a:lstStyle/>
          <a:p>
            <a:fld id="{4898AEC0-503E-4FA4-859C-D0F72D6E3F79}" type="slidenum">
              <a:rPr lang="en-US" noProof="1" smtClean="0"/>
              <a:pPr/>
              <a:t>‹#›</a:t>
            </a:fld>
            <a:endParaRPr lang="en-US" noProof="1"/>
          </a:p>
        </p:txBody>
      </p:sp>
    </p:spTree>
    <p:extLst>
      <p:ext uri="{BB962C8B-B14F-4D97-AF65-F5344CB8AC3E}">
        <p14:creationId xmlns:p14="http://schemas.microsoft.com/office/powerpoint/2010/main" val="151935903"/>
      </p:ext>
    </p:extLst>
  </p:cSld>
  <p:clrMapOvr>
    <a:masterClrMapping/>
  </p:clrMapOvr>
  <p:extLst>
    <p:ext uri="{DCECCB84-F9BA-43D5-87BE-67443E8EF086}">
      <p15:sldGuideLst xmlns:p15="http://schemas.microsoft.com/office/powerpoint/2012/main">
        <p15:guide id="1" pos="128" userDrawn="1">
          <p15:clr>
            <a:srgbClr val="FBAE40"/>
          </p15:clr>
        </p15:guide>
        <p15:guide id="2" pos="6784" userDrawn="1">
          <p15:clr>
            <a:srgbClr val="FBAE40"/>
          </p15:clr>
        </p15:guide>
        <p15:guide id="3" orient="horz" pos="162" userDrawn="1">
          <p15:clr>
            <a:srgbClr val="FBAE40"/>
          </p15:clr>
        </p15:guide>
        <p15:guide id="4" orient="horz" pos="408" userDrawn="1">
          <p15:clr>
            <a:srgbClr val="FBAE40"/>
          </p15:clr>
        </p15:guide>
        <p15:guide id="5" orient="horz" pos="654" userDrawn="1">
          <p15:clr>
            <a:srgbClr val="FBAE40"/>
          </p15:clr>
        </p15:guide>
        <p15:guide id="6" orient="horz" pos="816" userDrawn="1">
          <p15:clr>
            <a:srgbClr val="FBAE40"/>
          </p15:clr>
        </p15:guide>
        <p15:guide id="7" orient="horz" pos="3489" userDrawn="1">
          <p15:clr>
            <a:srgbClr val="FBAE40"/>
          </p15:clr>
        </p15:guide>
        <p15:guide id="8" orient="horz" pos="2113" userDrawn="1">
          <p15:clr>
            <a:srgbClr val="FBAE40"/>
          </p15:clr>
        </p15:guide>
        <p15:guide id="9" orient="horz" pos="2192" userDrawn="1">
          <p15:clr>
            <a:srgbClr val="FBAE40"/>
          </p15:clr>
        </p15:guide>
        <p15:guide id="10" pos="3225" userDrawn="1">
          <p15:clr>
            <a:srgbClr val="FBAE40"/>
          </p15:clr>
        </p15:guide>
        <p15:guide id="11" pos="3683"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3 x 2 Contents ">
    <p:spTree>
      <p:nvGrpSpPr>
        <p:cNvPr id="1" name=""/>
        <p:cNvGrpSpPr/>
        <p:nvPr/>
      </p:nvGrpSpPr>
      <p:grpSpPr>
        <a:xfrm>
          <a:off x="0" y="0"/>
          <a:ext cx="0" cy="0"/>
          <a:chOff x="0" y="0"/>
          <a:chExt cx="0" cy="0"/>
        </a:xfrm>
      </p:grpSpPr>
      <p:sp>
        <p:nvSpPr>
          <p:cNvPr id="21" name="Chapter_titleonly">
            <a:extLst>
              <a:ext uri="{FF2B5EF4-FFF2-40B4-BE49-F238E27FC236}">
                <a16:creationId xmlns:a16="http://schemas.microsoft.com/office/drawing/2014/main" id="{FEDBFC76-9F59-4A18-8E8B-EDDF9CC208BC}"/>
              </a:ext>
            </a:extLst>
          </p:cNvPr>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983" indent="0">
              <a:buNone/>
              <a:defRPr sz="2800"/>
            </a:lvl2pPr>
            <a:lvl3pPr marL="525562" indent="0">
              <a:buNone/>
              <a:defRPr sz="2800"/>
            </a:lvl3pPr>
            <a:lvl4pPr marL="748745" indent="0">
              <a:buNone/>
              <a:defRPr sz="2800"/>
            </a:lvl4pPr>
            <a:lvl5pPr marL="748745" indent="0">
              <a:buNone/>
              <a:defRPr sz="2800"/>
            </a:lvl5pPr>
          </a:lstStyle>
          <a:p>
            <a:pPr lvl="0"/>
            <a:r>
              <a:rPr lang="en-US" noProof="1"/>
              <a:t>Add Chapter Title</a:t>
            </a:r>
          </a:p>
        </p:txBody>
      </p:sp>
      <p:sp>
        <p:nvSpPr>
          <p:cNvPr id="17" name="Title 1">
            <a:extLst>
              <a:ext uri="{FF2B5EF4-FFF2-40B4-BE49-F238E27FC236}">
                <a16:creationId xmlns:a16="http://schemas.microsoft.com/office/drawing/2014/main" id="{0226D581-60F4-440B-A410-F6582BC0DCF0}"/>
              </a:ext>
            </a:extLst>
          </p:cNvPr>
          <p:cNvSpPr>
            <a:spLocks noGrp="1"/>
          </p:cNvSpPr>
          <p:nvPr>
            <p:ph type="title" hasCustomPrompt="1"/>
          </p:nvPr>
        </p:nvSpPr>
        <p:spPr>
          <a:xfrm>
            <a:off x="205200" y="648000"/>
            <a:ext cx="10558800" cy="388800"/>
          </a:xfrm>
        </p:spPr>
        <p:txBody>
          <a:bodyPr/>
          <a:lstStyle>
            <a:lvl1pPr>
              <a:defRPr kern="1200" baseline="0"/>
            </a:lvl1pPr>
          </a:lstStyle>
          <a:p>
            <a:r>
              <a:rPr lang="en-US" noProof="1"/>
              <a:t>Add Slide Title</a:t>
            </a:r>
          </a:p>
        </p:txBody>
      </p:sp>
      <p:sp>
        <p:nvSpPr>
          <p:cNvPr id="5" name="Content Placeholder 1"/>
          <p:cNvSpPr>
            <a:spLocks noGrp="1"/>
          </p:cNvSpPr>
          <p:nvPr>
            <p:ph sz="half" idx="1" hasCustomPrompt="1"/>
          </p:nvPr>
        </p:nvSpPr>
        <p:spPr>
          <a:xfrm>
            <a:off x="205200" y="1296000"/>
            <a:ext cx="31680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2"/>
          <p:cNvSpPr>
            <a:spLocks noGrp="1"/>
          </p:cNvSpPr>
          <p:nvPr>
            <p:ph sz="half" idx="3" hasCustomPrompt="1"/>
          </p:nvPr>
        </p:nvSpPr>
        <p:spPr>
          <a:xfrm>
            <a:off x="3900600" y="1295999"/>
            <a:ext cx="31680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8" name="Content Placeholder 3"/>
          <p:cNvSpPr>
            <a:spLocks noGrp="1"/>
          </p:cNvSpPr>
          <p:nvPr>
            <p:ph sz="half" idx="5" hasCustomPrompt="1"/>
          </p:nvPr>
        </p:nvSpPr>
        <p:spPr>
          <a:xfrm>
            <a:off x="7596000" y="1295999"/>
            <a:ext cx="31680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9" name="Content Placeholder 4"/>
          <p:cNvSpPr>
            <a:spLocks noGrp="1"/>
          </p:cNvSpPr>
          <p:nvPr>
            <p:ph sz="half" idx="2" hasCustomPrompt="1"/>
          </p:nvPr>
        </p:nvSpPr>
        <p:spPr>
          <a:xfrm>
            <a:off x="205200" y="3481200"/>
            <a:ext cx="31680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0" name="Content Placeholder 5"/>
          <p:cNvSpPr>
            <a:spLocks noGrp="1"/>
          </p:cNvSpPr>
          <p:nvPr>
            <p:ph sz="half" idx="4" hasCustomPrompt="1"/>
          </p:nvPr>
        </p:nvSpPr>
        <p:spPr>
          <a:xfrm>
            <a:off x="3900600" y="3481200"/>
            <a:ext cx="31680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1" name="Content Placeholder 6"/>
          <p:cNvSpPr>
            <a:spLocks noGrp="1"/>
          </p:cNvSpPr>
          <p:nvPr>
            <p:ph sz="half" idx="6" hasCustomPrompt="1"/>
          </p:nvPr>
        </p:nvSpPr>
        <p:spPr>
          <a:xfrm>
            <a:off x="7596000" y="3481200"/>
            <a:ext cx="31680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6" name="AttachmentRemark">
            <a:extLst>
              <a:ext uri="{FF2B5EF4-FFF2-40B4-BE49-F238E27FC236}">
                <a16:creationId xmlns:a16="http://schemas.microsoft.com/office/drawing/2014/main" id="{C680F8C7-4715-4E6C-829A-E87F16C03BB3}"/>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Bosch Office Sans" pitchFamily="2" charset="0"/>
              </a:rPr>
              <a:t> </a:t>
            </a:r>
          </a:p>
        </p:txBody>
      </p:sp>
      <p:sp>
        <p:nvSpPr>
          <p:cNvPr id="2" name="Slide Number Placeholder 1">
            <a:extLst>
              <a:ext uri="{FF2B5EF4-FFF2-40B4-BE49-F238E27FC236}">
                <a16:creationId xmlns:a16="http://schemas.microsoft.com/office/drawing/2014/main" id="{8CC4D98D-B6D0-4EAC-B595-B1B3F34F74E1}"/>
              </a:ext>
            </a:extLst>
          </p:cNvPr>
          <p:cNvSpPr>
            <a:spLocks noGrp="1"/>
          </p:cNvSpPr>
          <p:nvPr>
            <p:ph type="sldNum" sz="quarter" idx="12"/>
          </p:nvPr>
        </p:nvSpPr>
        <p:spPr/>
        <p:txBody>
          <a:bodyPr/>
          <a:lstStyle/>
          <a:p>
            <a:fld id="{4898AEC0-503E-4FA4-859C-D0F72D6E3F79}" type="slidenum">
              <a:rPr lang="en-US" noProof="1" smtClean="0"/>
              <a:pPr/>
              <a:t>‹#›</a:t>
            </a:fld>
            <a:endParaRPr lang="en-US" noProof="1"/>
          </a:p>
        </p:txBody>
      </p:sp>
    </p:spTree>
    <p:extLst>
      <p:ext uri="{BB962C8B-B14F-4D97-AF65-F5344CB8AC3E}">
        <p14:creationId xmlns:p14="http://schemas.microsoft.com/office/powerpoint/2010/main" val="1482577220"/>
      </p:ext>
    </p:extLst>
  </p:cSld>
  <p:clrMapOvr>
    <a:masterClrMapping/>
  </p:clrMapOvr>
  <p:extLst>
    <p:ext uri="{DCECCB84-F9BA-43D5-87BE-67443E8EF086}">
      <p15:sldGuideLst xmlns:p15="http://schemas.microsoft.com/office/powerpoint/2012/main">
        <p15:guide id="1" pos="128" userDrawn="1">
          <p15:clr>
            <a:srgbClr val="FBAE40"/>
          </p15:clr>
        </p15:guide>
        <p15:guide id="2" pos="6784" userDrawn="1">
          <p15:clr>
            <a:srgbClr val="FBAE40"/>
          </p15:clr>
        </p15:guide>
        <p15:guide id="3" orient="horz" pos="162" userDrawn="1">
          <p15:clr>
            <a:srgbClr val="FBAE40"/>
          </p15:clr>
        </p15:guide>
        <p15:guide id="4" orient="horz" pos="408" userDrawn="1">
          <p15:clr>
            <a:srgbClr val="FBAE40"/>
          </p15:clr>
        </p15:guide>
        <p15:guide id="5" orient="horz" pos="654" userDrawn="1">
          <p15:clr>
            <a:srgbClr val="FBAE40"/>
          </p15:clr>
        </p15:guide>
        <p15:guide id="6" orient="horz" pos="816" userDrawn="1">
          <p15:clr>
            <a:srgbClr val="FBAE40"/>
          </p15:clr>
        </p15:guide>
        <p15:guide id="7" orient="horz" pos="3489" userDrawn="1">
          <p15:clr>
            <a:srgbClr val="FBAE40"/>
          </p15:clr>
        </p15:guide>
        <p15:guide id="8" pos="2126" userDrawn="1">
          <p15:clr>
            <a:srgbClr val="FBAE40"/>
          </p15:clr>
        </p15:guide>
        <p15:guide id="9" pos="2457" userDrawn="1">
          <p15:clr>
            <a:srgbClr val="FBAE40"/>
          </p15:clr>
        </p15:guide>
        <p15:guide id="10" pos="4453" userDrawn="1">
          <p15:clr>
            <a:srgbClr val="FBAE40"/>
          </p15:clr>
        </p15:guide>
        <p15:guide id="11" pos="4782" userDrawn="1">
          <p15:clr>
            <a:srgbClr val="FBAE40"/>
          </p15:clr>
        </p15:guide>
        <p15:guide id="12" orient="horz" pos="2113" userDrawn="1">
          <p15:clr>
            <a:srgbClr val="FBAE40"/>
          </p15:clr>
        </p15:guide>
        <p15:guide id="13" orient="horz" pos="2192"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4 x 2 Contents ">
    <p:spTree>
      <p:nvGrpSpPr>
        <p:cNvPr id="1" name=""/>
        <p:cNvGrpSpPr/>
        <p:nvPr/>
      </p:nvGrpSpPr>
      <p:grpSpPr>
        <a:xfrm>
          <a:off x="0" y="0"/>
          <a:ext cx="0" cy="0"/>
          <a:chOff x="0" y="0"/>
          <a:chExt cx="0" cy="0"/>
        </a:xfrm>
      </p:grpSpPr>
      <p:sp>
        <p:nvSpPr>
          <p:cNvPr id="24" name="Chapter_titleonly">
            <a:extLst>
              <a:ext uri="{FF2B5EF4-FFF2-40B4-BE49-F238E27FC236}">
                <a16:creationId xmlns:a16="http://schemas.microsoft.com/office/drawing/2014/main" id="{20D581F7-7281-48B4-B67B-7228F84F398D}"/>
              </a:ext>
            </a:extLst>
          </p:cNvPr>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983" indent="0">
              <a:buNone/>
              <a:defRPr sz="2800"/>
            </a:lvl2pPr>
            <a:lvl3pPr marL="525562" indent="0">
              <a:buNone/>
              <a:defRPr sz="2800"/>
            </a:lvl3pPr>
            <a:lvl4pPr marL="748745" indent="0">
              <a:buNone/>
              <a:defRPr sz="2800"/>
            </a:lvl4pPr>
            <a:lvl5pPr marL="748745" indent="0">
              <a:buNone/>
              <a:defRPr sz="2800"/>
            </a:lvl5pPr>
          </a:lstStyle>
          <a:p>
            <a:pPr lvl="0"/>
            <a:r>
              <a:rPr lang="en-US" noProof="1"/>
              <a:t>Add Chapter Title</a:t>
            </a:r>
          </a:p>
        </p:txBody>
      </p:sp>
      <p:sp>
        <p:nvSpPr>
          <p:cNvPr id="19" name="Title 1">
            <a:extLst>
              <a:ext uri="{FF2B5EF4-FFF2-40B4-BE49-F238E27FC236}">
                <a16:creationId xmlns:a16="http://schemas.microsoft.com/office/drawing/2014/main" id="{C7544615-D17B-4350-B517-7E469AC91ABA}"/>
              </a:ext>
            </a:extLst>
          </p:cNvPr>
          <p:cNvSpPr>
            <a:spLocks noGrp="1"/>
          </p:cNvSpPr>
          <p:nvPr>
            <p:ph type="title" hasCustomPrompt="1"/>
          </p:nvPr>
        </p:nvSpPr>
        <p:spPr>
          <a:xfrm>
            <a:off x="205200" y="648000"/>
            <a:ext cx="10558800" cy="388800"/>
          </a:xfrm>
        </p:spPr>
        <p:txBody>
          <a:bodyPr/>
          <a:lstStyle>
            <a:lvl1pPr>
              <a:defRPr kern="1200" baseline="0"/>
            </a:lvl1pPr>
          </a:lstStyle>
          <a:p>
            <a:r>
              <a:rPr lang="en-US" noProof="1"/>
              <a:t>Add Slide Title</a:t>
            </a:r>
          </a:p>
        </p:txBody>
      </p:sp>
      <p:sp>
        <p:nvSpPr>
          <p:cNvPr id="5" name="Content Placeholder 1"/>
          <p:cNvSpPr>
            <a:spLocks noGrp="1"/>
          </p:cNvSpPr>
          <p:nvPr>
            <p:ph sz="half" idx="1" hasCustomPrompt="1"/>
          </p:nvPr>
        </p:nvSpPr>
        <p:spPr>
          <a:xfrm>
            <a:off x="205200" y="1296000"/>
            <a:ext cx="25416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2"/>
          <p:cNvSpPr>
            <a:spLocks noGrp="1"/>
          </p:cNvSpPr>
          <p:nvPr>
            <p:ph sz="half" idx="3" hasCustomPrompt="1"/>
          </p:nvPr>
        </p:nvSpPr>
        <p:spPr>
          <a:xfrm>
            <a:off x="2877600" y="1295999"/>
            <a:ext cx="25416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7" name="Content Placeholder 3">
            <a:extLst>
              <a:ext uri="{FF2B5EF4-FFF2-40B4-BE49-F238E27FC236}">
                <a16:creationId xmlns:a16="http://schemas.microsoft.com/office/drawing/2014/main" id="{58468F8D-277D-4F1A-84A1-62122010643F}"/>
              </a:ext>
            </a:extLst>
          </p:cNvPr>
          <p:cNvSpPr>
            <a:spLocks noGrp="1"/>
          </p:cNvSpPr>
          <p:nvPr>
            <p:ph sz="half" idx="5" hasCustomPrompt="1"/>
          </p:nvPr>
        </p:nvSpPr>
        <p:spPr>
          <a:xfrm>
            <a:off x="5550000" y="1296000"/>
            <a:ext cx="25416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8" name="Content Placeholder 4"/>
          <p:cNvSpPr>
            <a:spLocks noGrp="1"/>
          </p:cNvSpPr>
          <p:nvPr>
            <p:ph sz="half" idx="7" hasCustomPrompt="1"/>
          </p:nvPr>
        </p:nvSpPr>
        <p:spPr>
          <a:xfrm>
            <a:off x="8222400" y="1295999"/>
            <a:ext cx="25416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9" name="Content Placeholder 5"/>
          <p:cNvSpPr>
            <a:spLocks noGrp="1"/>
          </p:cNvSpPr>
          <p:nvPr>
            <p:ph sz="half" idx="2" hasCustomPrompt="1"/>
          </p:nvPr>
        </p:nvSpPr>
        <p:spPr>
          <a:xfrm>
            <a:off x="205200" y="3481200"/>
            <a:ext cx="25416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0" name="Content Placeholder 6"/>
          <p:cNvSpPr>
            <a:spLocks noGrp="1"/>
          </p:cNvSpPr>
          <p:nvPr>
            <p:ph sz="half" idx="4" hasCustomPrompt="1"/>
          </p:nvPr>
        </p:nvSpPr>
        <p:spPr>
          <a:xfrm>
            <a:off x="2877600" y="3481200"/>
            <a:ext cx="25416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8" name="Content Placeholder 7">
            <a:extLst>
              <a:ext uri="{FF2B5EF4-FFF2-40B4-BE49-F238E27FC236}">
                <a16:creationId xmlns:a16="http://schemas.microsoft.com/office/drawing/2014/main" id="{B143799E-2832-49D7-9953-45BACACA7549}"/>
              </a:ext>
            </a:extLst>
          </p:cNvPr>
          <p:cNvSpPr>
            <a:spLocks noGrp="1"/>
          </p:cNvSpPr>
          <p:nvPr>
            <p:ph sz="half" idx="6" hasCustomPrompt="1"/>
          </p:nvPr>
        </p:nvSpPr>
        <p:spPr>
          <a:xfrm>
            <a:off x="5550000" y="3481200"/>
            <a:ext cx="25416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1" name="Content Placeholder 8"/>
          <p:cNvSpPr>
            <a:spLocks noGrp="1"/>
          </p:cNvSpPr>
          <p:nvPr>
            <p:ph sz="half" idx="8" hasCustomPrompt="1"/>
          </p:nvPr>
        </p:nvSpPr>
        <p:spPr>
          <a:xfrm>
            <a:off x="8222400" y="3481200"/>
            <a:ext cx="25416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21" name="AttachmentRemark">
            <a:extLst>
              <a:ext uri="{FF2B5EF4-FFF2-40B4-BE49-F238E27FC236}">
                <a16:creationId xmlns:a16="http://schemas.microsoft.com/office/drawing/2014/main" id="{60F530EA-2EFB-4DC6-BA26-465D18FD265B}"/>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Bosch Office Sans" pitchFamily="2" charset="0"/>
              </a:rPr>
              <a:t> </a:t>
            </a:r>
          </a:p>
        </p:txBody>
      </p:sp>
      <p:sp>
        <p:nvSpPr>
          <p:cNvPr id="2" name="Slide Number Placeholder 1">
            <a:extLst>
              <a:ext uri="{FF2B5EF4-FFF2-40B4-BE49-F238E27FC236}">
                <a16:creationId xmlns:a16="http://schemas.microsoft.com/office/drawing/2014/main" id="{C3FE2449-86F7-413D-AD74-17B8BDC576AB}"/>
              </a:ext>
            </a:extLst>
          </p:cNvPr>
          <p:cNvSpPr>
            <a:spLocks noGrp="1"/>
          </p:cNvSpPr>
          <p:nvPr>
            <p:ph type="sldNum" sz="quarter" idx="12"/>
          </p:nvPr>
        </p:nvSpPr>
        <p:spPr/>
        <p:txBody>
          <a:bodyPr/>
          <a:lstStyle/>
          <a:p>
            <a:fld id="{4898AEC0-503E-4FA4-859C-D0F72D6E3F79}" type="slidenum">
              <a:rPr lang="en-US" noProof="1" smtClean="0"/>
              <a:pPr/>
              <a:t>‹#›</a:t>
            </a:fld>
            <a:endParaRPr lang="en-US" noProof="1"/>
          </a:p>
        </p:txBody>
      </p:sp>
    </p:spTree>
    <p:extLst>
      <p:ext uri="{BB962C8B-B14F-4D97-AF65-F5344CB8AC3E}">
        <p14:creationId xmlns:p14="http://schemas.microsoft.com/office/powerpoint/2010/main" val="3371421479"/>
      </p:ext>
    </p:extLst>
  </p:cSld>
  <p:clrMapOvr>
    <a:masterClrMapping/>
  </p:clrMapOvr>
  <p:extLst>
    <p:ext uri="{DCECCB84-F9BA-43D5-87BE-67443E8EF086}">
      <p15:sldGuideLst xmlns:p15="http://schemas.microsoft.com/office/powerpoint/2012/main">
        <p15:guide id="1" pos="128" userDrawn="1">
          <p15:clr>
            <a:srgbClr val="FBAE40"/>
          </p15:clr>
        </p15:guide>
        <p15:guide id="2" pos="6784" userDrawn="1">
          <p15:clr>
            <a:srgbClr val="FBAE40"/>
          </p15:clr>
        </p15:guide>
        <p15:guide id="3" orient="horz" pos="162" userDrawn="1">
          <p15:clr>
            <a:srgbClr val="FBAE40"/>
          </p15:clr>
        </p15:guide>
        <p15:guide id="4" orient="horz" pos="408" userDrawn="1">
          <p15:clr>
            <a:srgbClr val="FBAE40"/>
          </p15:clr>
        </p15:guide>
        <p15:guide id="5" orient="horz" pos="654" userDrawn="1">
          <p15:clr>
            <a:srgbClr val="FBAE40"/>
          </p15:clr>
        </p15:guide>
        <p15:guide id="6" orient="horz" pos="816" userDrawn="1">
          <p15:clr>
            <a:srgbClr val="FBAE40"/>
          </p15:clr>
        </p15:guide>
        <p15:guide id="7" orient="horz" pos="3489" userDrawn="1">
          <p15:clr>
            <a:srgbClr val="FBAE40"/>
          </p15:clr>
        </p15:guide>
        <p15:guide id="8" orient="horz" pos="2113" userDrawn="1">
          <p15:clr>
            <a:srgbClr val="FBAE40"/>
          </p15:clr>
        </p15:guide>
        <p15:guide id="9" orient="horz" pos="2192" userDrawn="1">
          <p15:clr>
            <a:srgbClr val="FBAE40"/>
          </p15:clr>
        </p15:guide>
        <p15:guide id="10" pos="1731" userDrawn="1">
          <p15:clr>
            <a:srgbClr val="FBAE40"/>
          </p15:clr>
        </p15:guide>
        <p15:guide id="11" pos="1810" userDrawn="1">
          <p15:clr>
            <a:srgbClr val="FBAE40"/>
          </p15:clr>
        </p15:guide>
        <p15:guide id="12" pos="3416" userDrawn="1">
          <p15:clr>
            <a:srgbClr val="FBAE40"/>
          </p15:clr>
        </p15:guide>
        <p15:guide id="13" pos="3497" userDrawn="1">
          <p15:clr>
            <a:srgbClr val="FBAE40"/>
          </p15:clr>
        </p15:guide>
        <p15:guide id="14" pos="5098" userDrawn="1">
          <p15:clr>
            <a:srgbClr val="FBAE40"/>
          </p15:clr>
        </p15:guide>
        <p15:guide id="15" pos="5177"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Headline only ">
    <p:spTree>
      <p:nvGrpSpPr>
        <p:cNvPr id="1" name=""/>
        <p:cNvGrpSpPr/>
        <p:nvPr/>
      </p:nvGrpSpPr>
      <p:grpSpPr>
        <a:xfrm>
          <a:off x="0" y="0"/>
          <a:ext cx="0" cy="0"/>
          <a:chOff x="0" y="0"/>
          <a:chExt cx="0" cy="0"/>
        </a:xfrm>
      </p:grpSpPr>
      <p:sp>
        <p:nvSpPr>
          <p:cNvPr id="4" name="Chapter_titleonly"/>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983" indent="0">
              <a:buNone/>
              <a:defRPr sz="2800"/>
            </a:lvl2pPr>
            <a:lvl3pPr marL="525562" indent="0">
              <a:buNone/>
              <a:defRPr sz="2800"/>
            </a:lvl3pPr>
            <a:lvl4pPr marL="748745" indent="0">
              <a:buNone/>
              <a:defRPr sz="2800"/>
            </a:lvl4pPr>
            <a:lvl5pPr marL="748745" indent="0">
              <a:buNone/>
              <a:defRPr sz="2800"/>
            </a:lvl5pPr>
          </a:lstStyle>
          <a:p>
            <a:pPr lvl="0"/>
            <a:r>
              <a:rPr lang="en-US" noProof="1"/>
              <a:t>Add Chapter Title</a:t>
            </a:r>
          </a:p>
        </p:txBody>
      </p:sp>
      <p:sp>
        <p:nvSpPr>
          <p:cNvPr id="10" name="AttachmentRemark">
            <a:extLst>
              <a:ext uri="{FF2B5EF4-FFF2-40B4-BE49-F238E27FC236}">
                <a16:creationId xmlns:a16="http://schemas.microsoft.com/office/drawing/2014/main" id="{8883D326-CEAD-4903-8269-B2D194C3C224}"/>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Bosch Office Sans" pitchFamily="2" charset="0"/>
              </a:rPr>
              <a:t> </a:t>
            </a:r>
          </a:p>
        </p:txBody>
      </p:sp>
      <p:sp>
        <p:nvSpPr>
          <p:cNvPr id="5" name="Title 4">
            <a:extLst>
              <a:ext uri="{FF2B5EF4-FFF2-40B4-BE49-F238E27FC236}">
                <a16:creationId xmlns:a16="http://schemas.microsoft.com/office/drawing/2014/main" id="{5CC74776-286D-45CF-B42A-A491ED08BED4}"/>
              </a:ext>
            </a:extLst>
          </p:cNvPr>
          <p:cNvSpPr>
            <a:spLocks noGrp="1"/>
          </p:cNvSpPr>
          <p:nvPr>
            <p:ph type="title" hasCustomPrompt="1"/>
          </p:nvPr>
        </p:nvSpPr>
        <p:spPr/>
        <p:txBody>
          <a:bodyPr/>
          <a:lstStyle/>
          <a:p>
            <a:r>
              <a:rPr lang="en-US"/>
              <a:t>Add Slide Title</a:t>
            </a:r>
          </a:p>
        </p:txBody>
      </p:sp>
      <p:sp>
        <p:nvSpPr>
          <p:cNvPr id="2" name="Slide Number Placeholder 1">
            <a:extLst>
              <a:ext uri="{FF2B5EF4-FFF2-40B4-BE49-F238E27FC236}">
                <a16:creationId xmlns:a16="http://schemas.microsoft.com/office/drawing/2014/main" id="{9D4A29A7-9E35-4523-8421-38341F67C3EE}"/>
              </a:ext>
            </a:extLst>
          </p:cNvPr>
          <p:cNvSpPr>
            <a:spLocks noGrp="1"/>
          </p:cNvSpPr>
          <p:nvPr>
            <p:ph type="sldNum" sz="quarter" idx="12"/>
          </p:nvPr>
        </p:nvSpPr>
        <p:spPr/>
        <p:txBody>
          <a:bodyPr/>
          <a:lstStyle/>
          <a:p>
            <a:fld id="{4898AEC0-503E-4FA4-859C-D0F72D6E3F79}" type="slidenum">
              <a:rPr lang="en-US" noProof="1" smtClean="0"/>
              <a:pPr/>
              <a:t>‹#›</a:t>
            </a:fld>
            <a:endParaRPr lang="en-US" noProof="1"/>
          </a:p>
        </p:txBody>
      </p:sp>
    </p:spTree>
    <p:extLst>
      <p:ext uri="{BB962C8B-B14F-4D97-AF65-F5344CB8AC3E}">
        <p14:creationId xmlns:p14="http://schemas.microsoft.com/office/powerpoint/2010/main" val="2822274495"/>
      </p:ext>
    </p:extLst>
  </p:cSld>
  <p:clrMapOvr>
    <a:masterClrMapping/>
  </p:clrMapOvr>
  <p:extLst>
    <p:ext uri="{DCECCB84-F9BA-43D5-87BE-67443E8EF086}">
      <p15:sldGuideLst xmlns:p15="http://schemas.microsoft.com/office/powerpoint/2012/main">
        <p15:guide id="1" pos="128" userDrawn="1">
          <p15:clr>
            <a:srgbClr val="FBAE40"/>
          </p15:clr>
        </p15:guide>
        <p15:guide id="2" pos="6784" userDrawn="1">
          <p15:clr>
            <a:srgbClr val="FBAE40"/>
          </p15:clr>
        </p15:guide>
        <p15:guide id="3" orient="horz" pos="162" userDrawn="1">
          <p15:clr>
            <a:srgbClr val="FBAE40"/>
          </p15:clr>
        </p15:guide>
        <p15:guide id="4" orient="horz" pos="408" userDrawn="1">
          <p15:clr>
            <a:srgbClr val="FBAE40"/>
          </p15:clr>
        </p15:guide>
        <p15:guide id="5" orient="horz" pos="654" userDrawn="1">
          <p15:clr>
            <a:srgbClr val="FBAE40"/>
          </p15:clr>
        </p15:guide>
        <p15:guide id="6" orient="horz" pos="816" userDrawn="1">
          <p15:clr>
            <a:srgbClr val="FBAE40"/>
          </p15:clr>
        </p15:guide>
        <p15:guide id="7" orient="horz" pos="3489"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slide ">
    <p:spTree>
      <p:nvGrpSpPr>
        <p:cNvPr id="1" name=""/>
        <p:cNvGrpSpPr/>
        <p:nvPr/>
      </p:nvGrpSpPr>
      <p:grpSpPr>
        <a:xfrm>
          <a:off x="0" y="0"/>
          <a:ext cx="0" cy="0"/>
          <a:chOff x="0" y="0"/>
          <a:chExt cx="0" cy="0"/>
        </a:xfrm>
      </p:grpSpPr>
      <p:sp>
        <p:nvSpPr>
          <p:cNvPr id="8" name="AttachmentRemark">
            <a:extLst>
              <a:ext uri="{FF2B5EF4-FFF2-40B4-BE49-F238E27FC236}">
                <a16:creationId xmlns:a16="http://schemas.microsoft.com/office/drawing/2014/main" id="{C868D9BE-A299-4D0B-87AF-B491FAE5FD28}"/>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Bosch Office Sans" pitchFamily="2" charset="0"/>
              </a:rPr>
              <a:t> </a:t>
            </a:r>
          </a:p>
        </p:txBody>
      </p:sp>
      <p:sp>
        <p:nvSpPr>
          <p:cNvPr id="2" name="Slide Number Placeholder 1">
            <a:extLst>
              <a:ext uri="{FF2B5EF4-FFF2-40B4-BE49-F238E27FC236}">
                <a16:creationId xmlns:a16="http://schemas.microsoft.com/office/drawing/2014/main" id="{570A8589-A8D2-4132-B89B-2FADFC125660}"/>
              </a:ext>
            </a:extLst>
          </p:cNvPr>
          <p:cNvSpPr>
            <a:spLocks noGrp="1"/>
          </p:cNvSpPr>
          <p:nvPr>
            <p:ph type="sldNum" sz="quarter" idx="12"/>
          </p:nvPr>
        </p:nvSpPr>
        <p:spPr/>
        <p:txBody>
          <a:bodyPr/>
          <a:lstStyle/>
          <a:p>
            <a:fld id="{4898AEC0-503E-4FA4-859C-D0F72D6E3F79}" type="slidenum">
              <a:rPr lang="en-US" noProof="1" smtClean="0"/>
              <a:pPr/>
              <a:t>‹#›</a:t>
            </a:fld>
            <a:endParaRPr lang="en-US" noProof="1"/>
          </a:p>
        </p:txBody>
      </p:sp>
    </p:spTree>
    <p:extLst>
      <p:ext uri="{BB962C8B-B14F-4D97-AF65-F5344CB8AC3E}">
        <p14:creationId xmlns:p14="http://schemas.microsoft.com/office/powerpoint/2010/main" val="1074551859"/>
      </p:ext>
    </p:extLst>
  </p:cSld>
  <p:clrMapOvr>
    <a:masterClrMapping/>
  </p:clrMapOvr>
  <p:extLst>
    <p:ext uri="{DCECCB84-F9BA-43D5-87BE-67443E8EF086}">
      <p15:sldGuideLst xmlns:p15="http://schemas.microsoft.com/office/powerpoint/2012/main">
        <p15:guide id="1" pos="128" userDrawn="1">
          <p15:clr>
            <a:srgbClr val="FBAE40"/>
          </p15:clr>
        </p15:guide>
        <p15:guide id="2" pos="6784" userDrawn="1">
          <p15:clr>
            <a:srgbClr val="FBAE40"/>
          </p15:clr>
        </p15:guide>
        <p15:guide id="3" orient="horz" pos="162" userDrawn="1">
          <p15:clr>
            <a:srgbClr val="FBAE40"/>
          </p15:clr>
        </p15:guide>
        <p15:guide id="7" orient="horz" pos="3489"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w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6" name="Logo">
            <a:extLst>
              <a:ext uri="{FF2B5EF4-FFF2-40B4-BE49-F238E27FC236}">
                <a16:creationId xmlns:a16="http://schemas.microsoft.com/office/drawing/2014/main" id="{F38A617B-35DF-43CE-B5F7-67FA9A7F2474}"/>
              </a:ext>
            </a:extLst>
          </p:cNvPr>
          <p:cNvPicPr>
            <a:picLocks noSelect="1" noChangeAspect="1"/>
          </p:cNvPicPr>
          <p:nvPr userDrawn="1"/>
        </p:nvPicPr>
        <p:blipFill>
          <a:blip r:embed="rId22"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sp>
        <p:nvSpPr>
          <p:cNvPr id="2" name="Title Placeholder 1"/>
          <p:cNvSpPr>
            <a:spLocks noGrp="1"/>
          </p:cNvSpPr>
          <p:nvPr>
            <p:ph type="title"/>
          </p:nvPr>
        </p:nvSpPr>
        <p:spPr>
          <a:xfrm>
            <a:off x="205200" y="648000"/>
            <a:ext cx="10558800" cy="388800"/>
          </a:xfrm>
          <a:prstGeom prst="rect">
            <a:avLst/>
          </a:prstGeom>
        </p:spPr>
        <p:txBody>
          <a:bodyPr vert="horz" lIns="0" tIns="0" rIns="0" bIns="0" rtlCol="0" anchor="t" anchorCtr="0">
            <a:noAutofit/>
          </a:bodyPr>
          <a:lstStyle/>
          <a:p>
            <a:r>
              <a:rPr lang="en-US" noProof="1"/>
              <a:t>Add Slide Title</a:t>
            </a:r>
          </a:p>
        </p:txBody>
      </p:sp>
      <p:sp>
        <p:nvSpPr>
          <p:cNvPr id="3" name="Text Placeholder 2"/>
          <p:cNvSpPr>
            <a:spLocks noGrp="1"/>
          </p:cNvSpPr>
          <p:nvPr>
            <p:ph type="body" idx="1"/>
          </p:nvPr>
        </p:nvSpPr>
        <p:spPr>
          <a:xfrm>
            <a:off x="205200" y="1296000"/>
            <a:ext cx="10558800" cy="4240800"/>
          </a:xfrm>
          <a:prstGeom prst="rect">
            <a:avLst/>
          </a:prstGeom>
        </p:spPr>
        <p:txBody>
          <a:bodyPr vert="horz" lIns="0" tIns="0" rIns="0" bIns="0" rtlCol="0">
            <a:noAutofit/>
          </a:bodyPr>
          <a:lstStyle/>
          <a:p>
            <a:pPr lvl="0"/>
            <a:r>
              <a:rPr lang="en-US" noProof="1"/>
              <a:t>Edit Master text styles</a:t>
            </a:r>
          </a:p>
          <a:p>
            <a:pPr lvl="1"/>
            <a:r>
              <a:rPr lang="en-US" noProof="1"/>
              <a:t>Second level</a:t>
            </a:r>
          </a:p>
          <a:p>
            <a:pPr lvl="2"/>
            <a:r>
              <a:rPr lang="en-US" noProof="1"/>
              <a:t>Third level</a:t>
            </a:r>
          </a:p>
          <a:p>
            <a:pPr lvl="3"/>
            <a:r>
              <a:rPr lang="en-US" noProof="1"/>
              <a:t>Fourth level</a:t>
            </a:r>
          </a:p>
          <a:p>
            <a:pPr lvl="4"/>
            <a:r>
              <a:rPr lang="en-US" noProof="1"/>
              <a:t>Fifth level</a:t>
            </a:r>
          </a:p>
          <a:p>
            <a:pPr lvl="5"/>
            <a:r>
              <a:rPr lang="en-US" noProof="1"/>
              <a:t>Sixth level</a:t>
            </a:r>
          </a:p>
          <a:p>
            <a:pPr lvl="6"/>
            <a:r>
              <a:rPr lang="en-US" noProof="1"/>
              <a:t>Seventh level</a:t>
            </a:r>
          </a:p>
          <a:p>
            <a:pPr lvl="7"/>
            <a:r>
              <a:rPr lang="en-US" noProof="1"/>
              <a:t>Eighth level</a:t>
            </a:r>
          </a:p>
          <a:p>
            <a:pPr lvl="8"/>
            <a:r>
              <a:rPr lang="en-US" noProof="1"/>
              <a:t>Ninth level</a:t>
            </a:r>
          </a:p>
        </p:txBody>
      </p:sp>
      <p:sp>
        <p:nvSpPr>
          <p:cNvPr id="7" name="Slide Number Placeholder 6"/>
          <p:cNvSpPr>
            <a:spLocks noGrp="1"/>
          </p:cNvSpPr>
          <p:nvPr>
            <p:ph type="sldNum" sz="quarter" idx="12"/>
          </p:nvPr>
        </p:nvSpPr>
        <p:spPr>
          <a:xfrm>
            <a:off x="205200" y="5666400"/>
            <a:ext cx="288290" cy="410210"/>
          </a:xfrm>
          <a:prstGeom prst="rect">
            <a:avLst/>
          </a:prstGeom>
        </p:spPr>
        <p:txBody>
          <a:bodyPr vert="horz" lIns="0" tIns="0" rIns="0" bIns="0" rtlCol="0" anchor="t"/>
          <a:lstStyle>
            <a:lvl1pPr algn="l">
              <a:defRPr sz="1200">
                <a:solidFill>
                  <a:srgbClr val="999FA6"/>
                </a:solidFill>
                <a:latin typeface="+mn-lt"/>
              </a:defRPr>
            </a:lvl1pPr>
          </a:lstStyle>
          <a:p>
            <a:fld id="{4898AEC0-503E-4FA4-859C-D0F72D6E3F79}" type="slidenum">
              <a:rPr lang="en-US" noProof="1" dirty="0" smtClean="0"/>
              <a:pPr/>
              <a:t>‹#›</a:t>
            </a:fld>
            <a:endParaRPr lang="en-US" noProof="1"/>
          </a:p>
        </p:txBody>
      </p:sp>
      <p:sp>
        <p:nvSpPr>
          <p:cNvPr id="14" name="Bosch_footer_1">
            <a:extLst>
              <a:ext uri="{FF2B5EF4-FFF2-40B4-BE49-F238E27FC236}">
                <a16:creationId xmlns:a16="http://schemas.microsoft.com/office/drawing/2014/main" id="{179AD5EC-CEF2-4193-998B-D730BC74E01B}"/>
              </a:ext>
            </a:extLst>
          </p:cNvPr>
          <p:cNvSpPr txBox="1"/>
          <p:nvPr userDrawn="1"/>
        </p:nvSpPr>
        <p:spPr>
          <a:xfrm>
            <a:off x="547200" y="5688000"/>
            <a:ext cx="9126000" cy="107950"/>
          </a:xfrm>
          <a:prstGeom prst="rect">
            <a:avLst/>
          </a:prstGeom>
          <a:noFill/>
        </p:spPr>
        <p:txBody>
          <a:bodyPr wrap="square" lIns="0" tIns="0" rIns="0" bIns="0" rtlCol="0">
            <a:noAutofit/>
          </a:bodyPr>
          <a:lstStyle/>
          <a:p>
            <a:pPr marR="0" defTabSz="914400" eaLnBrk="1" fontAlgn="auto" latinLnBrk="0" hangingPunct="1">
              <a:lnSpc>
                <a:spcPct val="107000"/>
              </a:lnSpc>
              <a:spcBef>
                <a:spcPts val="0"/>
              </a:spcBef>
              <a:spcAft>
                <a:spcPts val="100"/>
              </a:spcAft>
              <a:buClrTx/>
              <a:buSzTx/>
              <a:buFontTx/>
              <a:buNone/>
              <a:tabLst/>
            </a:pPr>
            <a:r>
              <a:rPr kumimoji="0" lang="en-US" sz="600" b="1" i="0" u="none" strike="noStrike" kern="0" cap="none" spc="0" normalizeH="0" baseline="0" noProof="1">
                <a:ln>
                  <a:noFill/>
                </a:ln>
                <a:solidFill>
                  <a:srgbClr val="D70012"/>
                </a:solidFill>
                <a:effectLst/>
                <a:uLnTx/>
                <a:uFillTx/>
                <a:latin typeface="Bosch Office Sans" pitchFamily="2" charset="0"/>
              </a:rPr>
              <a:t>Internal</a:t>
            </a:r>
            <a:r>
              <a:rPr kumimoji="0" lang="en-US" sz="600" b="0" i="0" u="none" strike="noStrike" kern="0" cap="none" spc="0" normalizeH="0" baseline="0" noProof="1">
                <a:ln>
                  <a:noFill/>
                </a:ln>
                <a:solidFill>
                  <a:srgbClr val="000000"/>
                </a:solidFill>
                <a:effectLst/>
                <a:uLnTx/>
                <a:uFillTx/>
                <a:latin typeface="Bosch Office Sans" pitchFamily="2" charset="0"/>
              </a:rPr>
              <a:t> | PS/BDO Xelerator | 2024-11-06</a:t>
            </a:r>
          </a:p>
        </p:txBody>
      </p:sp>
      <p:sp>
        <p:nvSpPr>
          <p:cNvPr id="8" name="Bosch_footer_2">
            <a:extLst>
              <a:ext uri="{FF2B5EF4-FFF2-40B4-BE49-F238E27FC236}">
                <a16:creationId xmlns:a16="http://schemas.microsoft.com/office/drawing/2014/main" id="{C3D77AD5-379C-4A86-AFCF-32945A0FEE26}"/>
              </a:ext>
            </a:extLst>
          </p:cNvPr>
          <p:cNvSpPr txBox="1"/>
          <p:nvPr userDrawn="1"/>
        </p:nvSpPr>
        <p:spPr>
          <a:xfrm>
            <a:off x="547200" y="5793901"/>
            <a:ext cx="9126000" cy="215900"/>
          </a:xfrm>
          <a:prstGeom prst="rect">
            <a:avLst/>
          </a:prstGeom>
          <a:noFill/>
        </p:spPr>
        <p:txBody>
          <a:bodyPr wrap="square" lIns="0" tIns="0" rIns="0" bIns="0" rtlCol="0">
            <a:noAutofit/>
          </a:bodyPr>
          <a:lstStyle/>
          <a:p>
            <a:pPr>
              <a:lnSpc>
                <a:spcPct val="120000"/>
              </a:lnSpc>
              <a:spcAft>
                <a:spcPts val="100"/>
              </a:spcAft>
            </a:pPr>
            <a:r>
              <a:rPr lang="en-US" sz="600" b="0" i="0" u="none" kern="0" baseline="0" noProof="1">
                <a:solidFill>
                  <a:srgbClr val="B2B3B5"/>
                </a:solidFill>
                <a:latin typeface="Bosch Office Sans" pitchFamily="2" charset="0"/>
              </a:rPr>
              <a:t>© Robert Bosch GmbH 2024. All rights reserved, also regarding any disposal, exploitation, reproduction, editing, distribution, as well as in the event of applications for industrial property rights.</a:t>
            </a:r>
          </a:p>
        </p:txBody>
      </p:sp>
      <p:sp>
        <p:nvSpPr>
          <p:cNvPr id="15" name="Bosch_footer_1" hidden="1">
            <a:extLst>
              <a:ext uri="{FF2B5EF4-FFF2-40B4-BE49-F238E27FC236}">
                <a16:creationId xmlns:a16="http://schemas.microsoft.com/office/drawing/2014/main" id="{DB0BF576-A4BE-4521-98AB-F28795DF7BD0}"/>
              </a:ext>
            </a:extLst>
          </p:cNvPr>
          <p:cNvSpPr txBox="1"/>
          <p:nvPr userDrawn="1"/>
        </p:nvSpPr>
        <p:spPr>
          <a:xfrm>
            <a:off x="816069" y="5383543"/>
            <a:ext cx="9154800" cy="108000"/>
          </a:xfrm>
          <a:prstGeom prst="rect">
            <a:avLst/>
          </a:prstGeom>
          <a:noFill/>
        </p:spPr>
        <p:txBody>
          <a:bodyPr wrap="square" lIns="0" tIns="0" rIns="0" bIns="0" rtlCol="0">
            <a:noAutofit/>
          </a:bodyPr>
          <a:lstStyle/>
          <a:p>
            <a:pPr marL="0" marR="0" lvl="0" indent="0" algn="l" defTabSz="914400" rtl="0" eaLnBrk="1" fontAlgn="auto" latinLnBrk="0" hangingPunct="1">
              <a:lnSpc>
                <a:spcPct val="107000"/>
              </a:lnSpc>
              <a:spcBef>
                <a:spcPts val="0"/>
              </a:spcBef>
              <a:spcAft>
                <a:spcPts val="100"/>
              </a:spcAft>
              <a:buClrTx/>
              <a:buSzTx/>
              <a:buFontTx/>
              <a:buNone/>
              <a:tabLst/>
              <a:defRPr/>
            </a:pPr>
            <a:r>
              <a:rPr lang="en-US" sz="600" b="1" kern="0" baseline="0" noProof="1">
                <a:solidFill>
                  <a:srgbClr val="D70012"/>
                </a:solidFill>
              </a:rPr>
              <a:t>%confidentiality%</a:t>
            </a:r>
            <a:r>
              <a:rPr lang="en-US" sz="600" kern="0" baseline="0" noProof="1">
                <a:solidFill>
                  <a:schemeClr val="tx1"/>
                </a:solidFill>
              </a:rPr>
              <a:t>%businessunit%%departmentshort%%dateformat%</a:t>
            </a:r>
          </a:p>
        </p:txBody>
      </p:sp>
      <p:sp>
        <p:nvSpPr>
          <p:cNvPr id="9" name="Bosch_footer_2" hidden="1">
            <a:extLst>
              <a:ext uri="{FF2B5EF4-FFF2-40B4-BE49-F238E27FC236}">
                <a16:creationId xmlns:a16="http://schemas.microsoft.com/office/drawing/2014/main" id="{E897C98A-4665-443F-B1CF-E9B71E9916EC}"/>
              </a:ext>
            </a:extLst>
          </p:cNvPr>
          <p:cNvSpPr txBox="1"/>
          <p:nvPr userDrawn="1"/>
        </p:nvSpPr>
        <p:spPr>
          <a:xfrm>
            <a:off x="593090" y="5748656"/>
            <a:ext cx="9152890" cy="215900"/>
          </a:xfrm>
          <a:prstGeom prst="rect">
            <a:avLst/>
          </a:prstGeom>
          <a:noFill/>
        </p:spPr>
        <p:txBody>
          <a:bodyPr wrap="square" lIns="0" tIns="0" rIns="0" bIns="0" rtlCol="0">
            <a:noAutofit/>
          </a:bodyPr>
          <a:lstStyle/>
          <a:p>
            <a:pPr>
              <a:lnSpc>
                <a:spcPct val="120000"/>
              </a:lnSpc>
              <a:spcAft>
                <a:spcPts val="100"/>
              </a:spcAft>
            </a:pPr>
            <a:r>
              <a:rPr lang="en-US" sz="600" kern="0" baseline="0" noProof="1">
                <a:solidFill>
                  <a:schemeClr val="tx1"/>
                </a:solidFill>
              </a:rPr>
              <a:t>%repositoryremark%</a:t>
            </a:r>
            <a:r>
              <a:rPr lang="en-US" sz="600" kern="0" baseline="0" noProof="1">
                <a:solidFill>
                  <a:srgbClr val="B2B3B5"/>
                </a:solidFill>
              </a:rPr>
              <a:t>%copyright%</a:t>
            </a:r>
          </a:p>
        </p:txBody>
      </p:sp>
      <p:sp>
        <p:nvSpPr>
          <p:cNvPr id="13" name="AttachmentRemark" hidden="1">
            <a:extLst>
              <a:ext uri="{FF2B5EF4-FFF2-40B4-BE49-F238E27FC236}">
                <a16:creationId xmlns:a16="http://schemas.microsoft.com/office/drawing/2014/main" id="{F41551A9-D6BA-431A-8DBF-55BA472D9657}"/>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%attachmentremark% </a:t>
            </a:r>
          </a:p>
        </p:txBody>
      </p:sp>
      <p:pic>
        <p:nvPicPr>
          <p:cNvPr id="12" name="SuperGraphic">
            <a:extLst>
              <a:ext uri="{FF2B5EF4-FFF2-40B4-BE49-F238E27FC236}">
                <a16:creationId xmlns:a16="http://schemas.microsoft.com/office/drawing/2014/main" id="{1E0562BC-DD12-4C96-A115-D2D70EC1366D}"/>
              </a:ext>
            </a:extLst>
          </p:cNvPr>
          <p:cNvPicPr>
            <a:picLocks noSelect="1" noChangeAspect="1"/>
          </p:cNvPicPr>
          <p:nvPr userDrawn="1"/>
        </p:nvPicPr>
        <p:blipFill>
          <a:blip r:embed="rId23">
            <a:extLst>
              <a:ext uri="{28A0092B-C50C-407E-A947-70E740481C1C}">
                <a14:useLocalDpi xmlns:a14="http://schemas.microsoft.com/office/drawing/2010/main" val="0"/>
              </a:ext>
            </a:extLst>
          </a:blip>
          <a:stretch>
            <a:fillRect/>
          </a:stretch>
        </p:blipFill>
        <p:spPr>
          <a:xfrm>
            <a:off x="0" y="6102000"/>
            <a:ext cx="10969200" cy="68556"/>
          </a:xfrm>
          <a:prstGeom prst="rect">
            <a:avLst/>
          </a:prstGeom>
        </p:spPr>
      </p:pic>
    </p:spTree>
    <p:extLst>
      <p:ext uri="{BB962C8B-B14F-4D97-AF65-F5344CB8AC3E}">
        <p14:creationId xmlns:p14="http://schemas.microsoft.com/office/powerpoint/2010/main" val="851553184"/>
      </p:ext>
    </p:extLst>
  </p:cSld>
  <p:clrMap bg1="lt1" tx1="dk1" bg2="lt2" tx2="dk2" accent1="accent1" accent2="accent2" accent3="accent3" accent4="accent4" accent5="accent5" accent6="accent6" hlink="hlink" folHlink="folHlink"/>
  <p:sldLayoutIdLst>
    <p:sldLayoutId id="2147483748" r:id="rId1"/>
    <p:sldLayoutId id="2147483710" r:id="rId2"/>
    <p:sldLayoutId id="2147483713" r:id="rId3"/>
    <p:sldLayoutId id="2147483749" r:id="rId4"/>
    <p:sldLayoutId id="2147483750" r:id="rId5"/>
    <p:sldLayoutId id="2147483751" r:id="rId6"/>
    <p:sldLayoutId id="2147483752" r:id="rId7"/>
    <p:sldLayoutId id="2147483753" r:id="rId8"/>
    <p:sldLayoutId id="2147483754" r:id="rId9"/>
    <p:sldLayoutId id="2147483755" r:id="rId10"/>
    <p:sldLayoutId id="2147483746" r:id="rId11"/>
    <p:sldLayoutId id="2147483744" r:id="rId12"/>
    <p:sldLayoutId id="2147483724" r:id="rId13"/>
    <p:sldLayoutId id="2147483726" r:id="rId14"/>
    <p:sldLayoutId id="2147483727" r:id="rId15"/>
    <p:sldLayoutId id="2147483728" r:id="rId16"/>
    <p:sldLayoutId id="2147483729" r:id="rId17"/>
    <p:sldLayoutId id="2147483745" r:id="rId18"/>
    <p:sldLayoutId id="2147483723" r:id="rId19"/>
    <p:sldLayoutId id="2147483734" r:id="rId20"/>
  </p:sldLayoutIdLst>
  <p:hf hdr="0" ftr="0" dt="0"/>
  <p:txStyles>
    <p:titleStyle>
      <a:lvl1pPr algn="l" defTabSz="914333" rtl="0" eaLnBrk="1" latinLnBrk="0" hangingPunct="1">
        <a:lnSpc>
          <a:spcPct val="89000"/>
        </a:lnSpc>
        <a:spcBef>
          <a:spcPct val="0"/>
        </a:spcBef>
        <a:buNone/>
        <a:defRPr sz="2800" kern="1200">
          <a:solidFill>
            <a:schemeClr val="accent1"/>
          </a:solidFill>
          <a:latin typeface="+mj-lt"/>
          <a:ea typeface="+mj-ea"/>
          <a:cs typeface="+mj-cs"/>
        </a:defRPr>
      </a:lvl1pPr>
    </p:titleStyle>
    <p:bodyStyle>
      <a:lvl1pPr marL="230400" indent="-230400" algn="l" defTabSz="914333" rtl="0" eaLnBrk="1" latinLnBrk="0" hangingPunct="1">
        <a:lnSpc>
          <a:spcPct val="107000"/>
        </a:lnSpc>
        <a:spcBef>
          <a:spcPts val="500"/>
        </a:spcBef>
        <a:buFont typeface="Wingdings" panose="05000000000000000000" pitchFamily="2" charset="2"/>
        <a:buChar char="§"/>
        <a:defRPr sz="1800" kern="1200">
          <a:solidFill>
            <a:schemeClr val="tx1"/>
          </a:solidFill>
          <a:latin typeface="+mn-lt"/>
          <a:ea typeface="+mn-ea"/>
          <a:cs typeface="+mn-cs"/>
        </a:defRPr>
      </a:lvl1pPr>
      <a:lvl2pPr marL="687600" indent="-230400" algn="l" defTabSz="914333" rtl="0" eaLnBrk="1" latinLnBrk="0" hangingPunct="1">
        <a:lnSpc>
          <a:spcPct val="103000"/>
        </a:lnSpc>
        <a:spcBef>
          <a:spcPts val="500"/>
        </a:spcBef>
        <a:buFont typeface="Symbol" panose="05050102010706020507" pitchFamily="18" charset="2"/>
        <a:buChar char="-"/>
        <a:defRPr sz="1600" kern="1200">
          <a:solidFill>
            <a:schemeClr val="tx1"/>
          </a:solidFill>
          <a:latin typeface="+mn-lt"/>
          <a:ea typeface="+mn-ea"/>
          <a:cs typeface="+mn-cs"/>
        </a:defRPr>
      </a:lvl2pPr>
      <a:lvl3pPr marL="1144800" indent="-230400" algn="l" defTabSz="914333" rtl="0" eaLnBrk="1" latinLnBrk="0" hangingPunct="1">
        <a:lnSpc>
          <a:spcPct val="102000"/>
        </a:lnSpc>
        <a:spcBef>
          <a:spcPts val="500"/>
        </a:spcBef>
        <a:buFont typeface="Symbol" panose="05050102010706020507" pitchFamily="18" charset="2"/>
        <a:buChar char="-"/>
        <a:defRPr sz="1400" kern="1200">
          <a:solidFill>
            <a:schemeClr val="tx1"/>
          </a:solidFill>
          <a:latin typeface="+mn-lt"/>
          <a:ea typeface="+mn-ea"/>
          <a:cs typeface="+mn-cs"/>
        </a:defRPr>
      </a:lvl3pPr>
      <a:lvl4pPr marL="1602000" indent="-230400"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4pPr>
      <a:lvl5pPr marL="1602000" indent="-230400"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5pPr>
      <a:lvl6pPr marL="1602000" indent="-230400"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6pPr>
      <a:lvl7pPr marL="1602000" indent="-230400"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7pPr>
      <a:lvl8pPr marL="1602000" indent="-230400"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8pPr>
      <a:lvl9pPr marL="1602000" indent="-230400" algn="l" defTabSz="914333" rtl="0" eaLnBrk="1" latinLnBrk="0" hangingPunct="1">
        <a:lnSpc>
          <a:spcPct val="103000"/>
        </a:lnSpc>
        <a:spcBef>
          <a:spcPts val="500"/>
        </a:spcBef>
        <a:buFont typeface="Bosch Office Sans" pitchFamily="2" charset="0"/>
        <a:buChar char="‒"/>
        <a:defRPr sz="1300" kern="1200" baseline="0">
          <a:solidFill>
            <a:schemeClr val="tx1"/>
          </a:solidFill>
          <a:latin typeface="+mn-lt"/>
          <a:ea typeface="+mn-ea"/>
          <a:cs typeface="+mn-cs"/>
        </a:defRPr>
      </a:lvl9pPr>
    </p:bodyStyle>
    <p:otherStyle>
      <a:defPPr>
        <a:defRPr lang="de-DE"/>
      </a:defPPr>
      <a:lvl1pPr marL="0" algn="l" defTabSz="914333" rtl="0" eaLnBrk="1" latinLnBrk="0" hangingPunct="1">
        <a:defRPr sz="1800" kern="1200">
          <a:solidFill>
            <a:schemeClr val="tx1"/>
          </a:solidFill>
          <a:latin typeface="+mn-lt"/>
          <a:ea typeface="+mn-ea"/>
          <a:cs typeface="+mn-cs"/>
        </a:defRPr>
      </a:lvl1pPr>
      <a:lvl2pPr marL="457166" algn="l" defTabSz="914333" rtl="0" eaLnBrk="1" latinLnBrk="0" hangingPunct="1">
        <a:defRPr sz="1800" kern="1200">
          <a:solidFill>
            <a:schemeClr val="tx1"/>
          </a:solidFill>
          <a:latin typeface="+mn-lt"/>
          <a:ea typeface="+mn-ea"/>
          <a:cs typeface="+mn-cs"/>
        </a:defRPr>
      </a:lvl2pPr>
      <a:lvl3pPr marL="914333" algn="l" defTabSz="914333" rtl="0" eaLnBrk="1" latinLnBrk="0" hangingPunct="1">
        <a:defRPr sz="1800" kern="1200">
          <a:solidFill>
            <a:schemeClr val="tx1"/>
          </a:solidFill>
          <a:latin typeface="+mn-lt"/>
          <a:ea typeface="+mn-ea"/>
          <a:cs typeface="+mn-cs"/>
        </a:defRPr>
      </a:lvl3pPr>
      <a:lvl4pPr marL="1371499" algn="l" defTabSz="914333" rtl="0" eaLnBrk="1" latinLnBrk="0" hangingPunct="1">
        <a:defRPr sz="1800" kern="1200">
          <a:solidFill>
            <a:schemeClr val="tx1"/>
          </a:solidFill>
          <a:latin typeface="+mn-lt"/>
          <a:ea typeface="+mn-ea"/>
          <a:cs typeface="+mn-cs"/>
        </a:defRPr>
      </a:lvl4pPr>
      <a:lvl5pPr marL="1828665" algn="l" defTabSz="914333" rtl="0" eaLnBrk="1" latinLnBrk="0" hangingPunct="1">
        <a:defRPr sz="1800" kern="1200">
          <a:solidFill>
            <a:schemeClr val="tx1"/>
          </a:solidFill>
          <a:latin typeface="+mn-lt"/>
          <a:ea typeface="+mn-ea"/>
          <a:cs typeface="+mn-cs"/>
        </a:defRPr>
      </a:lvl5pPr>
      <a:lvl6pPr marL="2285832" algn="l" defTabSz="914333" rtl="0" eaLnBrk="1" latinLnBrk="0" hangingPunct="1">
        <a:defRPr sz="1800" kern="1200">
          <a:solidFill>
            <a:schemeClr val="tx1"/>
          </a:solidFill>
          <a:latin typeface="+mn-lt"/>
          <a:ea typeface="+mn-ea"/>
          <a:cs typeface="+mn-cs"/>
        </a:defRPr>
      </a:lvl6pPr>
      <a:lvl7pPr marL="2742998" algn="l" defTabSz="914333" rtl="0" eaLnBrk="1" latinLnBrk="0" hangingPunct="1">
        <a:defRPr sz="1800" kern="1200">
          <a:solidFill>
            <a:schemeClr val="tx1"/>
          </a:solidFill>
          <a:latin typeface="+mn-lt"/>
          <a:ea typeface="+mn-ea"/>
          <a:cs typeface="+mn-cs"/>
        </a:defRPr>
      </a:lvl7pPr>
      <a:lvl8pPr marL="3200165" algn="l" defTabSz="914333" rtl="0" eaLnBrk="1" latinLnBrk="0" hangingPunct="1">
        <a:defRPr sz="1800" kern="1200">
          <a:solidFill>
            <a:schemeClr val="tx1"/>
          </a:solidFill>
          <a:latin typeface="+mn-lt"/>
          <a:ea typeface="+mn-ea"/>
          <a:cs typeface="+mn-cs"/>
        </a:defRPr>
      </a:lvl8pPr>
      <a:lvl9pPr marL="3657332" algn="l" defTabSz="91433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0.xml"/><Relationship Id="rId4" Type="http://schemas.openxmlformats.org/officeDocument/2006/relationships/image" Target="../media/image15.svg"/></Relationships>
</file>

<file path=ppt/slides/_rels/slide2.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7.png"/><Relationship Id="rId7" Type="http://schemas.openxmlformats.org/officeDocument/2006/relationships/image" Target="../media/image14.png"/><Relationship Id="rId2" Type="http://schemas.openxmlformats.org/officeDocument/2006/relationships/image" Target="../media/image16.png"/><Relationship Id="rId1" Type="http://schemas.openxmlformats.org/officeDocument/2006/relationships/slideLayout" Target="../slideLayouts/slideLayout20.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slides/_rels/slide3.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3.png"/><Relationship Id="rId2" Type="http://schemas.openxmlformats.org/officeDocument/2006/relationships/image" Target="../media/image16.png"/><Relationship Id="rId1" Type="http://schemas.openxmlformats.org/officeDocument/2006/relationships/slideLayout" Target="../slideLayouts/slideLayout20.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22.sv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5.png"/><Relationship Id="rId2" Type="http://schemas.microsoft.com/office/2018/10/relationships/comments" Target="../comments/modernComment_119_C6CFB485.xml"/><Relationship Id="rId1" Type="http://schemas.openxmlformats.org/officeDocument/2006/relationships/slideLayout" Target="../slideLayouts/slideLayout20.xml"/><Relationship Id="rId6" Type="http://schemas.openxmlformats.org/officeDocument/2006/relationships/image" Target="../media/image24.png"/><Relationship Id="rId5" Type="http://schemas.openxmlformats.org/officeDocument/2006/relationships/image" Target="../media/image15.sv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png"/><Relationship Id="rId1" Type="http://schemas.openxmlformats.org/officeDocument/2006/relationships/slideLayout" Target="../slideLayouts/slideLayout20.xml"/><Relationship Id="rId4" Type="http://schemas.openxmlformats.org/officeDocument/2006/relationships/image" Target="../media/image15.sv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microsoft.com/office/2018/10/relationships/comments" Target="../comments/modernComment_11B_7D0CF54B.xml"/><Relationship Id="rId1" Type="http://schemas.openxmlformats.org/officeDocument/2006/relationships/slideLayout" Target="../slideLayouts/slideLayout20.xml"/><Relationship Id="rId6" Type="http://schemas.openxmlformats.org/officeDocument/2006/relationships/image" Target="../media/image26.png"/><Relationship Id="rId5" Type="http://schemas.openxmlformats.org/officeDocument/2006/relationships/image" Target="../media/image15.sv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png"/><Relationship Id="rId1" Type="http://schemas.openxmlformats.org/officeDocument/2006/relationships/slideLayout" Target="../slideLayouts/slideLayout20.xml"/><Relationship Id="rId4" Type="http://schemas.openxmlformats.org/officeDocument/2006/relationships/image" Target="../media/image15.sv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png"/><Relationship Id="rId1" Type="http://schemas.openxmlformats.org/officeDocument/2006/relationships/slideLayout" Target="../slideLayouts/slideLayout20.xml"/><Relationship Id="rId5" Type="http://schemas.openxmlformats.org/officeDocument/2006/relationships/image" Target="../media/image27.jfif"/><Relationship Id="rId4" Type="http://schemas.openxmlformats.org/officeDocument/2006/relationships/image" Target="../media/image1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563F5D1-D090-85A8-66CF-EB680C7FDEB9}"/>
              </a:ext>
            </a:extLst>
          </p:cNvPr>
          <p:cNvSpPr/>
          <p:nvPr/>
        </p:nvSpPr>
        <p:spPr>
          <a:xfrm>
            <a:off x="0" y="0"/>
            <a:ext cx="10969625" cy="6102000"/>
          </a:xfrm>
          <a:prstGeom prst="rect">
            <a:avLst/>
          </a:prstGeom>
          <a:gradFill>
            <a:gsLst>
              <a:gs pos="100000">
                <a:srgbClr val="9E2896"/>
              </a:gs>
              <a:gs pos="69000">
                <a:srgbClr val="230421"/>
              </a:gs>
            </a:gsLst>
            <a:lin ang="0" scaled="0"/>
          </a:gradFill>
          <a:ln w="952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AT" sz="1800" b="0" i="0" u="none" strike="noStrike" kern="0" cap="none" spc="0" normalizeH="0" baseline="0" noProof="0">
              <a:ln>
                <a:noFill/>
              </a:ln>
              <a:solidFill>
                <a:srgbClr val="000000"/>
              </a:solidFill>
              <a:effectLst/>
              <a:uLnTx/>
              <a:uFillTx/>
              <a:latin typeface="Bosch Office Sans"/>
              <a:ea typeface="+mn-ea"/>
              <a:cs typeface="+mn-cs"/>
            </a:endParaRPr>
          </a:p>
        </p:txBody>
      </p:sp>
      <p:sp>
        <p:nvSpPr>
          <p:cNvPr id="2" name="Slide Number Placeholder 1">
            <a:extLst>
              <a:ext uri="{FF2B5EF4-FFF2-40B4-BE49-F238E27FC236}">
                <a16:creationId xmlns:a16="http://schemas.microsoft.com/office/drawing/2014/main" id="{1A536651-E8F1-16A2-0F54-B4AF115F6B0D}"/>
              </a:ext>
            </a:extLst>
          </p:cNvPr>
          <p:cNvSpPr>
            <a:spLocks noGrp="1"/>
          </p:cNvSpPr>
          <p:nvPr>
            <p:ph type="sldNum" sz="quarter" idx="12"/>
          </p:nvPr>
        </p:nvSpPr>
        <p:spPr>
          <a:xfrm>
            <a:off x="205200" y="5672456"/>
            <a:ext cx="288290" cy="410210"/>
          </a:xfrm>
        </p:spPr>
        <p:txBody>
          <a:bodyPr/>
          <a:lstStyle/>
          <a:p>
            <a:fld id="{4898AEC0-503E-4FA4-859C-D0F72D6E3F79}" type="slidenum">
              <a:rPr lang="en-US" noProof="1" smtClean="0"/>
              <a:pPr/>
              <a:t>1</a:t>
            </a:fld>
            <a:endParaRPr lang="en-US" noProof="1"/>
          </a:p>
        </p:txBody>
      </p:sp>
      <p:sp>
        <p:nvSpPr>
          <p:cNvPr id="3" name="Freeform: Shape 2">
            <a:extLst>
              <a:ext uri="{FF2B5EF4-FFF2-40B4-BE49-F238E27FC236}">
                <a16:creationId xmlns:a16="http://schemas.microsoft.com/office/drawing/2014/main" id="{3CD1E7CA-399E-CDC7-41CB-E05331C34401}"/>
              </a:ext>
            </a:extLst>
          </p:cNvPr>
          <p:cNvSpPr/>
          <p:nvPr/>
        </p:nvSpPr>
        <p:spPr>
          <a:xfrm>
            <a:off x="0" y="-19334"/>
            <a:ext cx="9864411" cy="6102000"/>
          </a:xfrm>
          <a:custGeom>
            <a:avLst/>
            <a:gdLst>
              <a:gd name="connsiteX0" fmla="*/ 6133374 w 9798372"/>
              <a:gd name="connsiteY0" fmla="*/ 2 h 6096231"/>
              <a:gd name="connsiteX1" fmla="*/ 7965872 w 9798372"/>
              <a:gd name="connsiteY1" fmla="*/ 2 h 6096231"/>
              <a:gd name="connsiteX2" fmla="*/ 9798372 w 9798372"/>
              <a:gd name="connsiteY2" fmla="*/ 3048116 h 6096231"/>
              <a:gd name="connsiteX3" fmla="*/ 7965872 w 9798372"/>
              <a:gd name="connsiteY3" fmla="*/ 6096230 h 6096231"/>
              <a:gd name="connsiteX4" fmla="*/ 7965872 w 9798372"/>
              <a:gd name="connsiteY4" fmla="*/ 6096231 h 6096231"/>
              <a:gd name="connsiteX5" fmla="*/ 6133374 w 9798372"/>
              <a:gd name="connsiteY5" fmla="*/ 6096230 h 6096231"/>
              <a:gd name="connsiteX6" fmla="*/ 0 w 9798372"/>
              <a:gd name="connsiteY6" fmla="*/ 0 h 6096231"/>
              <a:gd name="connsiteX7" fmla="*/ 6133373 w 9798372"/>
              <a:gd name="connsiteY7" fmla="*/ 0 h 6096231"/>
              <a:gd name="connsiteX8" fmla="*/ 6133373 w 9798372"/>
              <a:gd name="connsiteY8" fmla="*/ 6090472 h 6096231"/>
              <a:gd name="connsiteX9" fmla="*/ 0 w 9798372"/>
              <a:gd name="connsiteY9" fmla="*/ 6090472 h 6096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98372" h="6096231">
                <a:moveTo>
                  <a:pt x="6133374" y="2"/>
                </a:moveTo>
                <a:lnTo>
                  <a:pt x="7965872" y="2"/>
                </a:lnTo>
                <a:lnTo>
                  <a:pt x="9798372" y="3048116"/>
                </a:lnTo>
                <a:lnTo>
                  <a:pt x="7965872" y="6096230"/>
                </a:lnTo>
                <a:lnTo>
                  <a:pt x="7965872" y="6096231"/>
                </a:lnTo>
                <a:lnTo>
                  <a:pt x="6133374" y="6096230"/>
                </a:lnTo>
                <a:close/>
                <a:moveTo>
                  <a:pt x="0" y="0"/>
                </a:moveTo>
                <a:lnTo>
                  <a:pt x="6133373" y="0"/>
                </a:lnTo>
                <a:lnTo>
                  <a:pt x="6133373" y="6090472"/>
                </a:lnTo>
                <a:lnTo>
                  <a:pt x="0" y="6090472"/>
                </a:lnTo>
                <a:close/>
              </a:path>
            </a:pathLst>
          </a:custGeom>
          <a:gradFill flip="none" rotWithShape="1">
            <a:gsLst>
              <a:gs pos="11000">
                <a:srgbClr val="9E2896"/>
              </a:gs>
              <a:gs pos="89000">
                <a:srgbClr val="230421"/>
              </a:gs>
            </a:gsLst>
            <a:lin ang="10800000" scaled="0"/>
            <a:tileRect/>
          </a:gradFill>
          <a:ln w="9525" cap="flat" cmpd="sng" algn="ctr">
            <a:noFill/>
            <a:prstDash val="solid"/>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AT" sz="1800" b="0" i="0" u="none" strike="noStrike" kern="0" cap="none" spc="0" normalizeH="0" baseline="0" noProof="0">
              <a:ln>
                <a:noFill/>
              </a:ln>
              <a:solidFill>
                <a:srgbClr val="000000"/>
              </a:solidFill>
              <a:effectLst/>
              <a:uLnTx/>
              <a:uFillTx/>
              <a:latin typeface="Bosch Office Sans"/>
              <a:ea typeface="+mn-ea"/>
              <a:cs typeface="+mn-cs"/>
            </a:endParaRPr>
          </a:p>
        </p:txBody>
      </p:sp>
      <p:sp>
        <p:nvSpPr>
          <p:cNvPr id="5" name="Titel 1">
            <a:extLst>
              <a:ext uri="{FF2B5EF4-FFF2-40B4-BE49-F238E27FC236}">
                <a16:creationId xmlns:a16="http://schemas.microsoft.com/office/drawing/2014/main" id="{8D8869A8-9CFD-73CD-16F3-71C385EEA90B}"/>
              </a:ext>
            </a:extLst>
          </p:cNvPr>
          <p:cNvSpPr txBox="1">
            <a:spLocks/>
          </p:cNvSpPr>
          <p:nvPr/>
        </p:nvSpPr>
        <p:spPr>
          <a:xfrm>
            <a:off x="728273" y="2400300"/>
            <a:ext cx="9136137" cy="2926080"/>
          </a:xfrm>
          <a:prstGeom prst="rect">
            <a:avLst/>
          </a:prstGeom>
        </p:spPr>
        <p:txBody>
          <a:bodyPr/>
          <a:lstStyle>
            <a:lvl1pPr algn="l" defTabSz="914333" rtl="0" eaLnBrk="1" latinLnBrk="0" hangingPunct="1">
              <a:lnSpc>
                <a:spcPct val="89000"/>
              </a:lnSpc>
              <a:spcBef>
                <a:spcPct val="0"/>
              </a:spcBef>
              <a:buNone/>
              <a:defRPr sz="2800" kern="1200">
                <a:solidFill>
                  <a:schemeClr val="accent1"/>
                </a:solidFill>
                <a:latin typeface="+mj-lt"/>
                <a:ea typeface="+mj-ea"/>
                <a:cs typeface="+mj-cs"/>
              </a:defRPr>
            </a:lvl1pPr>
          </a:lstStyle>
          <a:p>
            <a:r>
              <a:rPr lang="en-US" b="1" dirty="0">
                <a:solidFill>
                  <a:schemeClr val="bg1">
                    <a:lumMod val="75000"/>
                  </a:schemeClr>
                </a:solidFill>
              </a:rPr>
              <a:t>NASA Jet Engine Predictive Maintenance (FD001)</a:t>
            </a:r>
            <a:br>
              <a:rPr lang="en-US" b="1" dirty="0">
                <a:solidFill>
                  <a:schemeClr val="bg1">
                    <a:lumMod val="75000"/>
                  </a:schemeClr>
                </a:solidFill>
              </a:rPr>
            </a:br>
            <a:r>
              <a:rPr lang="en-US" b="1" dirty="0">
                <a:solidFill>
                  <a:schemeClr val="bg1">
                    <a:lumMod val="75000"/>
                  </a:schemeClr>
                </a:solidFill>
              </a:rPr>
              <a:t>Remaining Useful Life (RUL) Prediction Project</a:t>
            </a:r>
          </a:p>
          <a:p>
            <a:endParaRPr lang="en-US" sz="2400" b="1" i="1" dirty="0">
              <a:solidFill>
                <a:schemeClr val="bg1"/>
              </a:solidFill>
            </a:endParaRPr>
          </a:p>
          <a:p>
            <a:endParaRPr lang="en-US" sz="2400" b="1" i="1" dirty="0">
              <a:solidFill>
                <a:schemeClr val="bg1"/>
              </a:solidFill>
            </a:endParaRPr>
          </a:p>
          <a:p>
            <a:r>
              <a:rPr lang="en-US" sz="2400" b="1" i="1" dirty="0">
                <a:solidFill>
                  <a:schemeClr val="bg1"/>
                </a:solidFill>
              </a:rPr>
              <a:t>Presented by: Nael Khamess</a:t>
            </a:r>
            <a:br>
              <a:rPr lang="en-US" sz="2400" b="1" i="1" dirty="0">
                <a:solidFill>
                  <a:schemeClr val="bg1"/>
                </a:solidFill>
              </a:rPr>
            </a:br>
            <a:r>
              <a:rPr lang="en-US" sz="2400" b="1" i="1" dirty="0">
                <a:solidFill>
                  <a:schemeClr val="bg1"/>
                </a:solidFill>
              </a:rPr>
              <a:t>Mentor: Jacco Oosterhuis</a:t>
            </a:r>
          </a:p>
        </p:txBody>
      </p:sp>
      <p:pic>
        <p:nvPicPr>
          <p:cNvPr id="6" name="Picture 5">
            <a:extLst>
              <a:ext uri="{FF2B5EF4-FFF2-40B4-BE49-F238E27FC236}">
                <a16:creationId xmlns:a16="http://schemas.microsoft.com/office/drawing/2014/main" id="{D1E26C58-FD7F-C7C4-1707-18D890ACF4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077" y="508946"/>
            <a:ext cx="3658967" cy="1749776"/>
          </a:xfrm>
          <a:prstGeom prst="rect">
            <a:avLst/>
          </a:prstGeom>
        </p:spPr>
      </p:pic>
      <p:pic>
        <p:nvPicPr>
          <p:cNvPr id="8" name="Graphic 7">
            <a:extLst>
              <a:ext uri="{FF2B5EF4-FFF2-40B4-BE49-F238E27FC236}">
                <a16:creationId xmlns:a16="http://schemas.microsoft.com/office/drawing/2014/main" id="{B0B9C050-05CD-FEA4-A00D-E4CE959B5F2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58893" y="-19139"/>
            <a:ext cx="1212564" cy="1212485"/>
          </a:xfrm>
          <a:prstGeom prst="rect">
            <a:avLst/>
          </a:prstGeom>
        </p:spPr>
      </p:pic>
    </p:spTree>
    <p:extLst>
      <p:ext uri="{BB962C8B-B14F-4D97-AF65-F5344CB8AC3E}">
        <p14:creationId xmlns:p14="http://schemas.microsoft.com/office/powerpoint/2010/main" val="35428255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BCADF5-A84E-2718-C0EF-FDB0372C5B58}"/>
              </a:ext>
            </a:extLst>
          </p:cNvPr>
          <p:cNvSpPr>
            <a:spLocks noGrp="1"/>
          </p:cNvSpPr>
          <p:nvPr>
            <p:ph type="sldNum" sz="quarter" idx="12"/>
          </p:nvPr>
        </p:nvSpPr>
        <p:spPr/>
        <p:txBody>
          <a:bodyPr/>
          <a:lstStyle/>
          <a:p>
            <a:fld id="{4898AEC0-503E-4FA4-859C-D0F72D6E3F79}" type="slidenum">
              <a:rPr lang="en-US" noProof="1" smtClean="0"/>
              <a:pPr/>
              <a:t>2</a:t>
            </a:fld>
            <a:endParaRPr lang="en-US" noProof="1"/>
          </a:p>
        </p:txBody>
      </p:sp>
      <p:grpSp>
        <p:nvGrpSpPr>
          <p:cNvPr id="14" name="Gruppieren 13">
            <a:extLst>
              <a:ext uri="{FF2B5EF4-FFF2-40B4-BE49-F238E27FC236}">
                <a16:creationId xmlns:a16="http://schemas.microsoft.com/office/drawing/2014/main" id="{7297AC1C-DB9D-1049-304B-4E3379884AF4}"/>
              </a:ext>
            </a:extLst>
          </p:cNvPr>
          <p:cNvGrpSpPr/>
          <p:nvPr/>
        </p:nvGrpSpPr>
        <p:grpSpPr>
          <a:xfrm>
            <a:off x="213152" y="257175"/>
            <a:ext cx="10556447" cy="1155878"/>
            <a:chOff x="213152" y="257175"/>
            <a:chExt cx="10556447" cy="1155878"/>
          </a:xfrm>
        </p:grpSpPr>
        <p:sp>
          <p:nvSpPr>
            <p:cNvPr id="4" name="Rectangle: Rounded Corners 3">
              <a:extLst>
                <a:ext uri="{FF2B5EF4-FFF2-40B4-BE49-F238E27FC236}">
                  <a16:creationId xmlns:a16="http://schemas.microsoft.com/office/drawing/2014/main" id="{EFEEEAF2-F208-4A50-2730-10FCD7E182EB}"/>
                </a:ext>
              </a:extLst>
            </p:cNvPr>
            <p:cNvSpPr/>
            <p:nvPr/>
          </p:nvSpPr>
          <p:spPr>
            <a:xfrm>
              <a:off x="213152" y="257175"/>
              <a:ext cx="10556447" cy="1155878"/>
            </a:xfrm>
            <a:prstGeom prst="roundRect">
              <a:avLst>
                <a:gd name="adj" fmla="val 50000"/>
              </a:avLst>
            </a:prstGeom>
            <a:solidFill>
              <a:srgbClr val="DEE0E3"/>
            </a:solidFill>
            <a:ln w="952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AT" sz="1800" b="0" i="0" u="none" strike="noStrike" kern="0" cap="none" spc="0" normalizeH="0" baseline="0" noProof="0">
                <a:ln>
                  <a:noFill/>
                </a:ln>
                <a:solidFill>
                  <a:srgbClr val="000000"/>
                </a:solidFill>
                <a:effectLst/>
                <a:uLnTx/>
                <a:uFillTx/>
                <a:latin typeface="Bosch Office Sans"/>
                <a:ea typeface="+mn-ea"/>
                <a:cs typeface="+mn-cs"/>
              </a:endParaRPr>
            </a:p>
          </p:txBody>
        </p:sp>
        <p:sp>
          <p:nvSpPr>
            <p:cNvPr id="6" name="Textplatzhalter 6">
              <a:extLst>
                <a:ext uri="{FF2B5EF4-FFF2-40B4-BE49-F238E27FC236}">
                  <a16:creationId xmlns:a16="http://schemas.microsoft.com/office/drawing/2014/main" id="{07C8BB9C-A7DC-AEE4-1830-5995D67652FE}"/>
                </a:ext>
              </a:extLst>
            </p:cNvPr>
            <p:cNvSpPr txBox="1">
              <a:spLocks/>
            </p:cNvSpPr>
            <p:nvPr/>
          </p:nvSpPr>
          <p:spPr>
            <a:xfrm>
              <a:off x="414678" y="465782"/>
              <a:ext cx="772223" cy="738664"/>
            </a:xfrm>
            <a:prstGeom prst="rect">
              <a:avLst/>
            </a:prstGeom>
          </p:spPr>
          <p:txBody>
            <a:bodyPr wrap="square" lIns="0" tIns="0" rIns="0" b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ct val="0"/>
                </a:spcAft>
                <a:buClrTx/>
                <a:buSzTx/>
                <a:buFont typeface="Arial" panose="020B0604020202020204" pitchFamily="34" charset="0"/>
                <a:buNone/>
                <a:tabLst/>
                <a:defRPr/>
              </a:pPr>
              <a:r>
                <a:rPr kumimoji="0" lang="en-GB" sz="4800" b="1" i="0" u="none" strike="noStrike" kern="1200" cap="none" spc="0" normalizeH="0" baseline="0" noProof="0" dirty="0">
                  <a:ln>
                    <a:noFill/>
                  </a:ln>
                  <a:solidFill>
                    <a:srgbClr val="671761"/>
                  </a:solidFill>
                  <a:effectLst/>
                  <a:uLnTx/>
                  <a:uFillTx/>
                  <a:latin typeface="Bosch Sans" panose="020B0604020202020204" pitchFamily="34" charset="0"/>
                  <a:ea typeface="+mn-ea"/>
                  <a:cs typeface="+mn-cs"/>
                </a:rPr>
                <a:t>01</a:t>
              </a:r>
            </a:p>
          </p:txBody>
        </p:sp>
        <p:pic>
          <p:nvPicPr>
            <p:cNvPr id="3" name="Picture 7">
              <a:extLst>
                <a:ext uri="{FF2B5EF4-FFF2-40B4-BE49-F238E27FC236}">
                  <a16:creationId xmlns:a16="http://schemas.microsoft.com/office/drawing/2014/main" id="{4C89911E-1BB0-0322-C4A5-53DB337A62B7}"/>
                </a:ext>
              </a:extLst>
            </p:cNvPr>
            <p:cNvPicPr>
              <a:picLocks noChangeAspect="1"/>
            </p:cNvPicPr>
            <p:nvPr/>
          </p:nvPicPr>
          <p:blipFill rotWithShape="1">
            <a:blip r:embed="rId2">
              <a:extLst>
                <a:ext uri="{28A0092B-C50C-407E-A947-70E740481C1C}">
                  <a14:useLocalDpi xmlns:a14="http://schemas.microsoft.com/office/drawing/2010/main" val="0"/>
                </a:ext>
              </a:extLst>
            </a:blip>
            <a:srcRect l="9987" t="5964" r="3780" b="3911"/>
            <a:stretch/>
          </p:blipFill>
          <p:spPr>
            <a:xfrm>
              <a:off x="9720985" y="371910"/>
              <a:ext cx="927673" cy="926407"/>
            </a:xfrm>
            <a:prstGeom prst="rect">
              <a:avLst/>
            </a:prstGeom>
          </p:spPr>
        </p:pic>
        <p:sp>
          <p:nvSpPr>
            <p:cNvPr id="10" name="Textfeld 9">
              <a:extLst>
                <a:ext uri="{FF2B5EF4-FFF2-40B4-BE49-F238E27FC236}">
                  <a16:creationId xmlns:a16="http://schemas.microsoft.com/office/drawing/2014/main" id="{B7516AB6-85BB-BADC-9D88-5691AE283CEF}"/>
                </a:ext>
              </a:extLst>
            </p:cNvPr>
            <p:cNvSpPr txBox="1"/>
            <p:nvPr/>
          </p:nvSpPr>
          <p:spPr>
            <a:xfrm>
              <a:off x="1517442" y="392878"/>
              <a:ext cx="7868781" cy="400110"/>
            </a:xfrm>
            <a:prstGeom prst="rect">
              <a:avLst/>
            </a:prstGeom>
            <a:noFill/>
          </p:spPr>
          <p:txBody>
            <a:bodyPr wrap="square" lIns="0" tIns="0" rIns="0" bIns="0" rtlCol="0">
              <a:spAutoFit/>
            </a:bodyPr>
            <a:lstStyle/>
            <a:p>
              <a:pPr marR="0" algn="l" defTabSz="914400" eaLnBrk="1" fontAlgn="auto" latinLnBrk="0" hangingPunct="1">
                <a:spcBef>
                  <a:spcPts val="500"/>
                </a:spcBef>
                <a:spcAft>
                  <a:spcPts val="0"/>
                </a:spcAft>
                <a:buClrTx/>
                <a:buSzTx/>
                <a:buFontTx/>
                <a:buNone/>
                <a:tabLst/>
              </a:pPr>
              <a:r>
                <a:rPr kumimoji="0" lang="en-GB" sz="2600" b="1" i="0" u="none" strike="noStrike" kern="0" cap="none" spc="0" normalizeH="0" baseline="0" noProof="0" dirty="0">
                  <a:ln>
                    <a:noFill/>
                  </a:ln>
                  <a:solidFill>
                    <a:srgbClr val="000000"/>
                  </a:solidFill>
                  <a:effectLst/>
                  <a:uLnTx/>
                  <a:uFillTx/>
                </a:rPr>
                <a:t>Project introduction</a:t>
              </a:r>
            </a:p>
          </p:txBody>
        </p:sp>
        <p:sp>
          <p:nvSpPr>
            <p:cNvPr id="11" name="Textfeld 10">
              <a:extLst>
                <a:ext uri="{FF2B5EF4-FFF2-40B4-BE49-F238E27FC236}">
                  <a16:creationId xmlns:a16="http://schemas.microsoft.com/office/drawing/2014/main" id="{F5BD82EE-DA71-A30D-DA60-52BC33DA10F8}"/>
                </a:ext>
              </a:extLst>
            </p:cNvPr>
            <p:cNvSpPr txBox="1"/>
            <p:nvPr/>
          </p:nvSpPr>
          <p:spPr>
            <a:xfrm>
              <a:off x="1517443" y="928690"/>
              <a:ext cx="7868781" cy="338554"/>
            </a:xfrm>
            <a:prstGeom prst="rect">
              <a:avLst/>
            </a:prstGeom>
            <a:noFill/>
          </p:spPr>
          <p:txBody>
            <a:bodyPr wrap="square" lIns="0" tIns="0" rIns="0" bIns="0" rtlCol="0">
              <a:spAutoFit/>
            </a:bodyPr>
            <a:lstStyle/>
            <a:p>
              <a:pPr marR="0" algn="l" defTabSz="914400" eaLnBrk="1" fontAlgn="auto" latinLnBrk="0" hangingPunct="1">
                <a:spcBef>
                  <a:spcPts val="500"/>
                </a:spcBef>
                <a:spcAft>
                  <a:spcPts val="0"/>
                </a:spcAft>
                <a:buClrTx/>
                <a:buSzTx/>
                <a:buFontTx/>
                <a:buNone/>
                <a:tabLst/>
              </a:pPr>
              <a:endParaRPr kumimoji="0" lang="en-GB" sz="2200" i="0" u="none" strike="noStrike" kern="0" cap="none" spc="0" normalizeH="0" baseline="0" noProof="0" dirty="0">
                <a:ln>
                  <a:noFill/>
                </a:ln>
                <a:solidFill>
                  <a:srgbClr val="000000"/>
                </a:solidFill>
                <a:effectLst/>
                <a:uLnTx/>
                <a:uFillTx/>
              </a:endParaRPr>
            </a:p>
          </p:txBody>
        </p:sp>
      </p:grpSp>
      <p:sp>
        <p:nvSpPr>
          <p:cNvPr id="5" name="TextBox 4">
            <a:extLst>
              <a:ext uri="{FF2B5EF4-FFF2-40B4-BE49-F238E27FC236}">
                <a16:creationId xmlns:a16="http://schemas.microsoft.com/office/drawing/2014/main" id="{96A1C10E-05BF-C0AF-F31E-9F09EFA55149}"/>
              </a:ext>
            </a:extLst>
          </p:cNvPr>
          <p:cNvSpPr txBox="1"/>
          <p:nvPr/>
        </p:nvSpPr>
        <p:spPr>
          <a:xfrm>
            <a:off x="1648317" y="2002884"/>
            <a:ext cx="9052979" cy="900246"/>
          </a:xfrm>
          <a:prstGeom prst="rect">
            <a:avLst/>
          </a:prstGeom>
          <a:noFill/>
        </p:spPr>
        <p:txBody>
          <a:bodyPr wrap="square">
            <a:spAutoFit/>
          </a:bodyPr>
          <a:lstStyle/>
          <a:p>
            <a:r>
              <a:rPr lang="en-US" sz="1400" dirty="0"/>
              <a:t>The goal of this project &gt; is to build a reliable method for predicting Remaining Useful Life (RUL) of jet engines in the NASA C-MAPSS FD001 dataset.</a:t>
            </a:r>
            <a:br>
              <a:rPr lang="en-US" sz="1400" dirty="0"/>
            </a:br>
            <a:r>
              <a:rPr lang="en-US" sz="1400" dirty="0"/>
              <a:t>This supports predictive maintenance: fewer unexpected failures, better planning, and potential cost reduction.</a:t>
            </a:r>
            <a:br>
              <a:rPr lang="en-US" sz="1400" dirty="0"/>
            </a:br>
            <a:endParaRPr lang="en-US" sz="1100" dirty="0"/>
          </a:p>
        </p:txBody>
      </p:sp>
      <p:sp>
        <p:nvSpPr>
          <p:cNvPr id="7" name="TextBox 6">
            <a:extLst>
              <a:ext uri="{FF2B5EF4-FFF2-40B4-BE49-F238E27FC236}">
                <a16:creationId xmlns:a16="http://schemas.microsoft.com/office/drawing/2014/main" id="{98F1DD07-9248-8087-1810-DFF763FD3694}"/>
              </a:ext>
            </a:extLst>
          </p:cNvPr>
          <p:cNvSpPr txBox="1"/>
          <p:nvPr/>
        </p:nvSpPr>
        <p:spPr>
          <a:xfrm>
            <a:off x="1648317" y="3239046"/>
            <a:ext cx="9052979" cy="523220"/>
          </a:xfrm>
          <a:prstGeom prst="rect">
            <a:avLst/>
          </a:prstGeom>
          <a:noFill/>
        </p:spPr>
        <p:txBody>
          <a:bodyPr wrap="square">
            <a:spAutoFit/>
          </a:bodyPr>
          <a:lstStyle/>
          <a:p>
            <a:r>
              <a:rPr lang="en-US" sz="1400" dirty="0"/>
              <a:t>Beginning status &gt;I only had raw multi-sensor time-series data, and the main challenge was converting these dense sensor streams into meaningful features that a model can learn from.</a:t>
            </a:r>
            <a:endParaRPr lang="de-AT" sz="1400" kern="0" dirty="0">
              <a:solidFill>
                <a:srgbClr val="000000"/>
              </a:solidFill>
            </a:endParaRPr>
          </a:p>
        </p:txBody>
      </p:sp>
      <p:pic>
        <p:nvPicPr>
          <p:cNvPr id="8" name="Graphic 7" descr="Bullseye with solid fill">
            <a:extLst>
              <a:ext uri="{FF2B5EF4-FFF2-40B4-BE49-F238E27FC236}">
                <a16:creationId xmlns:a16="http://schemas.microsoft.com/office/drawing/2014/main" id="{D972C13B-124F-9E16-27AF-9AE445A8DAC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05306" y="1969832"/>
            <a:ext cx="812136" cy="812136"/>
          </a:xfrm>
          <a:prstGeom prst="rect">
            <a:avLst/>
          </a:prstGeom>
        </p:spPr>
      </p:pic>
      <p:pic>
        <p:nvPicPr>
          <p:cNvPr id="12" name="Graphic 11" descr="Postit Notes with solid fill">
            <a:extLst>
              <a:ext uri="{FF2B5EF4-FFF2-40B4-BE49-F238E27FC236}">
                <a16:creationId xmlns:a16="http://schemas.microsoft.com/office/drawing/2014/main" id="{C1035F33-6519-C2FD-64E3-E580C569833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4174" y="3082526"/>
            <a:ext cx="914400" cy="914400"/>
          </a:xfrm>
          <a:prstGeom prst="rect">
            <a:avLst/>
          </a:prstGeom>
        </p:spPr>
      </p:pic>
      <p:pic>
        <p:nvPicPr>
          <p:cNvPr id="17" name="Graphic 16">
            <a:extLst>
              <a:ext uri="{FF2B5EF4-FFF2-40B4-BE49-F238E27FC236}">
                <a16:creationId xmlns:a16="http://schemas.microsoft.com/office/drawing/2014/main" id="{F0D93CB1-73A9-B72F-F07E-9E2FE1D8AD1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926113" y="5310987"/>
            <a:ext cx="714357" cy="714125"/>
          </a:xfrm>
          <a:prstGeom prst="rect">
            <a:avLst/>
          </a:prstGeom>
        </p:spPr>
      </p:pic>
      <p:sp>
        <p:nvSpPr>
          <p:cNvPr id="9" name="TextBox 8">
            <a:extLst>
              <a:ext uri="{FF2B5EF4-FFF2-40B4-BE49-F238E27FC236}">
                <a16:creationId xmlns:a16="http://schemas.microsoft.com/office/drawing/2014/main" id="{8505BF12-3E5B-2E42-8123-947207BB8782}"/>
              </a:ext>
            </a:extLst>
          </p:cNvPr>
          <p:cNvSpPr txBox="1"/>
          <p:nvPr/>
        </p:nvSpPr>
        <p:spPr>
          <a:xfrm>
            <a:off x="7851398" y="674526"/>
            <a:ext cx="1595296" cy="369332"/>
          </a:xfrm>
          <a:prstGeom prst="rect">
            <a:avLst/>
          </a:prstGeom>
          <a:noFill/>
        </p:spPr>
        <p:txBody>
          <a:bodyPr wrap="square">
            <a:spAutoFit/>
          </a:bodyPr>
          <a:lstStyle/>
          <a:p>
            <a:r>
              <a:rPr lang="de-AT" kern="0" dirty="0">
                <a:solidFill>
                  <a:srgbClr val="000000"/>
                </a:solidFill>
              </a:rPr>
              <a:t>~2 </a:t>
            </a:r>
            <a:r>
              <a:rPr lang="de-AT" kern="0" dirty="0" err="1">
                <a:solidFill>
                  <a:srgbClr val="000000"/>
                </a:solidFill>
              </a:rPr>
              <a:t>minutes</a:t>
            </a:r>
            <a:endParaRPr lang="en-US" dirty="0"/>
          </a:p>
        </p:txBody>
      </p:sp>
    </p:spTree>
    <p:extLst>
      <p:ext uri="{BB962C8B-B14F-4D97-AF65-F5344CB8AC3E}">
        <p14:creationId xmlns:p14="http://schemas.microsoft.com/office/powerpoint/2010/main" val="24727507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BCADF5-A84E-2718-C0EF-FDB0372C5B58}"/>
              </a:ext>
            </a:extLst>
          </p:cNvPr>
          <p:cNvSpPr>
            <a:spLocks noGrp="1"/>
          </p:cNvSpPr>
          <p:nvPr>
            <p:ph type="sldNum" sz="quarter" idx="12"/>
          </p:nvPr>
        </p:nvSpPr>
        <p:spPr/>
        <p:txBody>
          <a:bodyPr/>
          <a:lstStyle/>
          <a:p>
            <a:fld id="{4898AEC0-503E-4FA4-859C-D0F72D6E3F79}" type="slidenum">
              <a:rPr lang="en-US" noProof="1" smtClean="0"/>
              <a:pPr/>
              <a:t>3</a:t>
            </a:fld>
            <a:endParaRPr lang="en-US" noProof="1"/>
          </a:p>
        </p:txBody>
      </p:sp>
      <p:grpSp>
        <p:nvGrpSpPr>
          <p:cNvPr id="14" name="Gruppieren 13">
            <a:extLst>
              <a:ext uri="{FF2B5EF4-FFF2-40B4-BE49-F238E27FC236}">
                <a16:creationId xmlns:a16="http://schemas.microsoft.com/office/drawing/2014/main" id="{7297AC1C-DB9D-1049-304B-4E3379884AF4}"/>
              </a:ext>
            </a:extLst>
          </p:cNvPr>
          <p:cNvGrpSpPr/>
          <p:nvPr/>
        </p:nvGrpSpPr>
        <p:grpSpPr>
          <a:xfrm>
            <a:off x="206588" y="257175"/>
            <a:ext cx="10556447" cy="1155878"/>
            <a:chOff x="213152" y="257175"/>
            <a:chExt cx="10556447" cy="1155878"/>
          </a:xfrm>
        </p:grpSpPr>
        <p:sp>
          <p:nvSpPr>
            <p:cNvPr id="4" name="Rectangle: Rounded Corners 3">
              <a:extLst>
                <a:ext uri="{FF2B5EF4-FFF2-40B4-BE49-F238E27FC236}">
                  <a16:creationId xmlns:a16="http://schemas.microsoft.com/office/drawing/2014/main" id="{EFEEEAF2-F208-4A50-2730-10FCD7E182EB}"/>
                </a:ext>
              </a:extLst>
            </p:cNvPr>
            <p:cNvSpPr/>
            <p:nvPr/>
          </p:nvSpPr>
          <p:spPr>
            <a:xfrm>
              <a:off x="213152" y="257175"/>
              <a:ext cx="10556447" cy="1155878"/>
            </a:xfrm>
            <a:prstGeom prst="roundRect">
              <a:avLst>
                <a:gd name="adj" fmla="val 50000"/>
              </a:avLst>
            </a:prstGeom>
            <a:solidFill>
              <a:srgbClr val="DEE0E3"/>
            </a:solidFill>
            <a:ln w="952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AT" sz="1800" b="0" i="0" u="none" strike="noStrike" kern="0" cap="none" spc="0" normalizeH="0" baseline="0" noProof="0">
                <a:ln>
                  <a:noFill/>
                </a:ln>
                <a:solidFill>
                  <a:srgbClr val="000000"/>
                </a:solidFill>
                <a:effectLst/>
                <a:uLnTx/>
                <a:uFillTx/>
                <a:latin typeface="Bosch Office Sans"/>
                <a:ea typeface="+mn-ea"/>
                <a:cs typeface="+mn-cs"/>
              </a:endParaRPr>
            </a:p>
          </p:txBody>
        </p:sp>
        <p:sp>
          <p:nvSpPr>
            <p:cNvPr id="6" name="Textplatzhalter 6">
              <a:extLst>
                <a:ext uri="{FF2B5EF4-FFF2-40B4-BE49-F238E27FC236}">
                  <a16:creationId xmlns:a16="http://schemas.microsoft.com/office/drawing/2014/main" id="{07C8BB9C-A7DC-AEE4-1830-5995D67652FE}"/>
                </a:ext>
              </a:extLst>
            </p:cNvPr>
            <p:cNvSpPr txBox="1">
              <a:spLocks/>
            </p:cNvSpPr>
            <p:nvPr/>
          </p:nvSpPr>
          <p:spPr>
            <a:xfrm>
              <a:off x="414678" y="465782"/>
              <a:ext cx="772223" cy="738664"/>
            </a:xfrm>
            <a:prstGeom prst="rect">
              <a:avLst/>
            </a:prstGeom>
          </p:spPr>
          <p:txBody>
            <a:bodyPr wrap="square" lIns="0" tIns="0" rIns="0" b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ct val="0"/>
                </a:spcAft>
                <a:buClrTx/>
                <a:buSzTx/>
                <a:buFont typeface="Arial" panose="020B0604020202020204" pitchFamily="34" charset="0"/>
                <a:buNone/>
                <a:tabLst/>
                <a:defRPr/>
              </a:pPr>
              <a:r>
                <a:rPr kumimoji="0" lang="en-GB" sz="4800" b="1" i="0" u="none" strike="noStrike" kern="1200" cap="none" spc="0" normalizeH="0" baseline="0" noProof="0" dirty="0">
                  <a:ln>
                    <a:noFill/>
                  </a:ln>
                  <a:solidFill>
                    <a:srgbClr val="671761"/>
                  </a:solidFill>
                  <a:effectLst/>
                  <a:uLnTx/>
                  <a:uFillTx/>
                  <a:latin typeface="Bosch Sans" panose="020B0604020202020204" pitchFamily="34" charset="0"/>
                  <a:ea typeface="+mn-ea"/>
                  <a:cs typeface="+mn-cs"/>
                </a:rPr>
                <a:t>02</a:t>
              </a:r>
            </a:p>
          </p:txBody>
        </p:sp>
        <p:pic>
          <p:nvPicPr>
            <p:cNvPr id="3" name="Picture 7">
              <a:extLst>
                <a:ext uri="{FF2B5EF4-FFF2-40B4-BE49-F238E27FC236}">
                  <a16:creationId xmlns:a16="http://schemas.microsoft.com/office/drawing/2014/main" id="{4C89911E-1BB0-0322-C4A5-53DB337A62B7}"/>
                </a:ext>
              </a:extLst>
            </p:cNvPr>
            <p:cNvPicPr>
              <a:picLocks noChangeAspect="1"/>
            </p:cNvPicPr>
            <p:nvPr/>
          </p:nvPicPr>
          <p:blipFill rotWithShape="1">
            <a:blip r:embed="rId2">
              <a:extLst>
                <a:ext uri="{28A0092B-C50C-407E-A947-70E740481C1C}">
                  <a14:useLocalDpi xmlns:a14="http://schemas.microsoft.com/office/drawing/2010/main" val="0"/>
                </a:ext>
              </a:extLst>
            </a:blip>
            <a:srcRect l="9987" t="5964" r="3780" b="3911"/>
            <a:stretch/>
          </p:blipFill>
          <p:spPr>
            <a:xfrm>
              <a:off x="9720985" y="371910"/>
              <a:ext cx="927673" cy="926407"/>
            </a:xfrm>
            <a:prstGeom prst="rect">
              <a:avLst/>
            </a:prstGeom>
          </p:spPr>
        </p:pic>
        <p:sp>
          <p:nvSpPr>
            <p:cNvPr id="10" name="Textfeld 9">
              <a:extLst>
                <a:ext uri="{FF2B5EF4-FFF2-40B4-BE49-F238E27FC236}">
                  <a16:creationId xmlns:a16="http://schemas.microsoft.com/office/drawing/2014/main" id="{B7516AB6-85BB-BADC-9D88-5691AE283CEF}"/>
                </a:ext>
              </a:extLst>
            </p:cNvPr>
            <p:cNvSpPr txBox="1"/>
            <p:nvPr/>
          </p:nvSpPr>
          <p:spPr>
            <a:xfrm>
              <a:off x="1517442" y="392878"/>
              <a:ext cx="7868781" cy="400110"/>
            </a:xfrm>
            <a:prstGeom prst="rect">
              <a:avLst/>
            </a:prstGeom>
            <a:noFill/>
          </p:spPr>
          <p:txBody>
            <a:bodyPr wrap="square" lIns="0" tIns="0" rIns="0" bIns="0" rtlCol="0">
              <a:spAutoFit/>
            </a:bodyPr>
            <a:lstStyle/>
            <a:p>
              <a:pPr marR="0" algn="l" defTabSz="914400" eaLnBrk="1" fontAlgn="auto" latinLnBrk="0" hangingPunct="1">
                <a:spcBef>
                  <a:spcPts val="500"/>
                </a:spcBef>
                <a:spcAft>
                  <a:spcPts val="0"/>
                </a:spcAft>
                <a:buClrTx/>
                <a:buSzTx/>
                <a:buFontTx/>
                <a:buNone/>
                <a:tabLst/>
              </a:pPr>
              <a:r>
                <a:rPr kumimoji="0" lang="en-GB" sz="2600" b="1" i="0" u="none" strike="noStrike" kern="0" cap="none" spc="0" normalizeH="0" baseline="0" noProof="0" dirty="0">
                  <a:ln>
                    <a:noFill/>
                  </a:ln>
                  <a:solidFill>
                    <a:srgbClr val="000000"/>
                  </a:solidFill>
                  <a:effectLst/>
                  <a:uLnTx/>
                  <a:uFillTx/>
                </a:rPr>
                <a:t>Project introduction</a:t>
              </a:r>
            </a:p>
          </p:txBody>
        </p:sp>
        <p:sp>
          <p:nvSpPr>
            <p:cNvPr id="11" name="Textfeld 10">
              <a:extLst>
                <a:ext uri="{FF2B5EF4-FFF2-40B4-BE49-F238E27FC236}">
                  <a16:creationId xmlns:a16="http://schemas.microsoft.com/office/drawing/2014/main" id="{F5BD82EE-DA71-A30D-DA60-52BC33DA10F8}"/>
                </a:ext>
              </a:extLst>
            </p:cNvPr>
            <p:cNvSpPr txBox="1"/>
            <p:nvPr/>
          </p:nvSpPr>
          <p:spPr>
            <a:xfrm>
              <a:off x="1517443" y="928690"/>
              <a:ext cx="7868781" cy="338554"/>
            </a:xfrm>
            <a:prstGeom prst="rect">
              <a:avLst/>
            </a:prstGeom>
            <a:noFill/>
          </p:spPr>
          <p:txBody>
            <a:bodyPr wrap="square" lIns="0" tIns="0" rIns="0" bIns="0" rtlCol="0">
              <a:spAutoFit/>
            </a:bodyPr>
            <a:lstStyle/>
            <a:p>
              <a:pPr marR="0" algn="l" defTabSz="914400" eaLnBrk="1" fontAlgn="auto" latinLnBrk="0" hangingPunct="1">
                <a:spcBef>
                  <a:spcPts val="500"/>
                </a:spcBef>
                <a:spcAft>
                  <a:spcPts val="0"/>
                </a:spcAft>
                <a:buClrTx/>
                <a:buSzTx/>
                <a:buFontTx/>
                <a:buNone/>
                <a:tabLst/>
              </a:pPr>
              <a:r>
                <a:rPr kumimoji="0" lang="en-GB" sz="2200" i="0" u="none" strike="noStrike" kern="0" cap="none" spc="0" normalizeH="0" baseline="0" noProof="0" dirty="0">
                  <a:ln>
                    <a:noFill/>
                  </a:ln>
                  <a:solidFill>
                    <a:srgbClr val="000000"/>
                  </a:solidFill>
                  <a:effectLst/>
                  <a:uLnTx/>
                  <a:uFillTx/>
                </a:rPr>
                <a:t>Project concept</a:t>
              </a:r>
            </a:p>
          </p:txBody>
        </p:sp>
      </p:grpSp>
      <p:pic>
        <p:nvPicPr>
          <p:cNvPr id="15" name="Graphic 14" descr="Lightbulb and gear with solid fill">
            <a:extLst>
              <a:ext uri="{FF2B5EF4-FFF2-40B4-BE49-F238E27FC236}">
                <a16:creationId xmlns:a16="http://schemas.microsoft.com/office/drawing/2014/main" id="{B5EC5BBD-34AD-860D-03FC-611FBD0C915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4174" y="1918700"/>
            <a:ext cx="914400" cy="914400"/>
          </a:xfrm>
          <a:prstGeom prst="rect">
            <a:avLst/>
          </a:prstGeom>
        </p:spPr>
      </p:pic>
      <p:sp>
        <p:nvSpPr>
          <p:cNvPr id="16" name="TextBox 15">
            <a:extLst>
              <a:ext uri="{FF2B5EF4-FFF2-40B4-BE49-F238E27FC236}">
                <a16:creationId xmlns:a16="http://schemas.microsoft.com/office/drawing/2014/main" id="{229F6243-0CE9-1DF6-9436-8C8931B6E50D}"/>
              </a:ext>
            </a:extLst>
          </p:cNvPr>
          <p:cNvSpPr txBox="1"/>
          <p:nvPr/>
        </p:nvSpPr>
        <p:spPr>
          <a:xfrm>
            <a:off x="1648317" y="2235229"/>
            <a:ext cx="9052979" cy="738664"/>
          </a:xfrm>
          <a:prstGeom prst="rect">
            <a:avLst/>
          </a:prstGeom>
          <a:noFill/>
        </p:spPr>
        <p:txBody>
          <a:bodyPr wrap="square">
            <a:spAutoFit/>
          </a:bodyPr>
          <a:lstStyle/>
          <a:p>
            <a:pPr fontAlgn="auto">
              <a:spcBef>
                <a:spcPts val="500"/>
              </a:spcBef>
              <a:spcAft>
                <a:spcPts val="0"/>
              </a:spcAft>
            </a:pPr>
            <a:r>
              <a:rPr lang="en-US" sz="1400" dirty="0"/>
              <a:t>I use ML to turn historical engine behavior into a regression model that predicts engine lifespan and therefore RUL (Remaining useful life).</a:t>
            </a:r>
            <a:br>
              <a:rPr lang="en-US" sz="1400" dirty="0"/>
            </a:br>
            <a:r>
              <a:rPr lang="en-US" sz="1400" dirty="0"/>
              <a:t>This replaces manual thresholding with a data-driven forecasting approach.</a:t>
            </a:r>
            <a:endParaRPr lang="de-AT" sz="1200" i="1" kern="0" dirty="0">
              <a:solidFill>
                <a:srgbClr val="000000"/>
              </a:solidFill>
            </a:endParaRPr>
          </a:p>
        </p:txBody>
      </p:sp>
      <p:pic>
        <p:nvPicPr>
          <p:cNvPr id="8" name="Graphic 7">
            <a:extLst>
              <a:ext uri="{FF2B5EF4-FFF2-40B4-BE49-F238E27FC236}">
                <a16:creationId xmlns:a16="http://schemas.microsoft.com/office/drawing/2014/main" id="{3D816039-A787-047C-C5EE-3FC1A2D7F36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926113" y="5310987"/>
            <a:ext cx="714357" cy="714125"/>
          </a:xfrm>
          <a:prstGeom prst="rect">
            <a:avLst/>
          </a:prstGeom>
        </p:spPr>
      </p:pic>
      <p:pic>
        <p:nvPicPr>
          <p:cNvPr id="9" name="Picture 8">
            <a:extLst>
              <a:ext uri="{FF2B5EF4-FFF2-40B4-BE49-F238E27FC236}">
                <a16:creationId xmlns:a16="http://schemas.microsoft.com/office/drawing/2014/main" id="{F8F5A155-6B8C-2D93-0BFB-69C74F4A597B}"/>
              </a:ext>
            </a:extLst>
          </p:cNvPr>
          <p:cNvPicPr>
            <a:picLocks noChangeAspect="1"/>
          </p:cNvPicPr>
          <p:nvPr/>
        </p:nvPicPr>
        <p:blipFill>
          <a:blip r:embed="rId7">
            <a:extLst>
              <a:ext uri="{28A0092B-C50C-407E-A947-70E740481C1C}">
                <a14:useLocalDpi xmlns:a14="http://schemas.microsoft.com/office/drawing/2010/main" val="0"/>
              </a:ext>
            </a:extLst>
          </a:blip>
          <a:srcRect l="9672" t="25421" r="40684" b="23977"/>
          <a:stretch/>
        </p:blipFill>
        <p:spPr>
          <a:xfrm>
            <a:off x="4090307" y="3201949"/>
            <a:ext cx="3310618" cy="2109038"/>
          </a:xfrm>
          <a:prstGeom prst="rect">
            <a:avLst/>
          </a:prstGeom>
        </p:spPr>
      </p:pic>
    </p:spTree>
    <p:extLst>
      <p:ext uri="{BB962C8B-B14F-4D97-AF65-F5344CB8AC3E}">
        <p14:creationId xmlns:p14="http://schemas.microsoft.com/office/powerpoint/2010/main" val="16038037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BCADF5-A84E-2718-C0EF-FDB0372C5B58}"/>
              </a:ext>
            </a:extLst>
          </p:cNvPr>
          <p:cNvSpPr>
            <a:spLocks noGrp="1"/>
          </p:cNvSpPr>
          <p:nvPr>
            <p:ph type="sldNum" sz="quarter" idx="12"/>
          </p:nvPr>
        </p:nvSpPr>
        <p:spPr/>
        <p:txBody>
          <a:bodyPr/>
          <a:lstStyle/>
          <a:p>
            <a:fld id="{4898AEC0-503E-4FA4-859C-D0F72D6E3F79}" type="slidenum">
              <a:rPr lang="en-US" noProof="1" smtClean="0"/>
              <a:pPr/>
              <a:t>4</a:t>
            </a:fld>
            <a:endParaRPr lang="en-US" noProof="1"/>
          </a:p>
        </p:txBody>
      </p:sp>
      <p:grpSp>
        <p:nvGrpSpPr>
          <p:cNvPr id="14" name="Gruppieren 13">
            <a:extLst>
              <a:ext uri="{FF2B5EF4-FFF2-40B4-BE49-F238E27FC236}">
                <a16:creationId xmlns:a16="http://schemas.microsoft.com/office/drawing/2014/main" id="{7297AC1C-DB9D-1049-304B-4E3379884AF4}"/>
              </a:ext>
            </a:extLst>
          </p:cNvPr>
          <p:cNvGrpSpPr/>
          <p:nvPr/>
        </p:nvGrpSpPr>
        <p:grpSpPr>
          <a:xfrm>
            <a:off x="213152" y="257175"/>
            <a:ext cx="10556447" cy="1155878"/>
            <a:chOff x="213152" y="257175"/>
            <a:chExt cx="10556447" cy="1155878"/>
          </a:xfrm>
        </p:grpSpPr>
        <p:sp>
          <p:nvSpPr>
            <p:cNvPr id="4" name="Rectangle: Rounded Corners 3">
              <a:extLst>
                <a:ext uri="{FF2B5EF4-FFF2-40B4-BE49-F238E27FC236}">
                  <a16:creationId xmlns:a16="http://schemas.microsoft.com/office/drawing/2014/main" id="{EFEEEAF2-F208-4A50-2730-10FCD7E182EB}"/>
                </a:ext>
              </a:extLst>
            </p:cNvPr>
            <p:cNvSpPr/>
            <p:nvPr/>
          </p:nvSpPr>
          <p:spPr>
            <a:xfrm>
              <a:off x="213152" y="257175"/>
              <a:ext cx="10556447" cy="1155878"/>
            </a:xfrm>
            <a:prstGeom prst="roundRect">
              <a:avLst>
                <a:gd name="adj" fmla="val 50000"/>
              </a:avLst>
            </a:prstGeom>
            <a:solidFill>
              <a:srgbClr val="DEE0E3"/>
            </a:solidFill>
            <a:ln w="952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AT" sz="1800" b="0" i="0" u="none" strike="noStrike" kern="0" cap="none" spc="0" normalizeH="0" baseline="0" noProof="0">
                <a:ln>
                  <a:noFill/>
                </a:ln>
                <a:solidFill>
                  <a:srgbClr val="000000"/>
                </a:solidFill>
                <a:effectLst/>
                <a:uLnTx/>
                <a:uFillTx/>
                <a:latin typeface="Bosch Office Sans"/>
                <a:ea typeface="+mn-ea"/>
                <a:cs typeface="+mn-cs"/>
              </a:endParaRPr>
            </a:p>
          </p:txBody>
        </p:sp>
        <p:sp>
          <p:nvSpPr>
            <p:cNvPr id="6" name="Textplatzhalter 6">
              <a:extLst>
                <a:ext uri="{FF2B5EF4-FFF2-40B4-BE49-F238E27FC236}">
                  <a16:creationId xmlns:a16="http://schemas.microsoft.com/office/drawing/2014/main" id="{07C8BB9C-A7DC-AEE4-1830-5995D67652FE}"/>
                </a:ext>
              </a:extLst>
            </p:cNvPr>
            <p:cNvSpPr txBox="1">
              <a:spLocks/>
            </p:cNvSpPr>
            <p:nvPr/>
          </p:nvSpPr>
          <p:spPr>
            <a:xfrm>
              <a:off x="414678" y="465782"/>
              <a:ext cx="772223" cy="738664"/>
            </a:xfrm>
            <a:prstGeom prst="rect">
              <a:avLst/>
            </a:prstGeom>
          </p:spPr>
          <p:txBody>
            <a:bodyPr wrap="square" lIns="0" tIns="0" rIns="0" b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ct val="0"/>
                </a:spcAft>
                <a:buClrTx/>
                <a:buSzTx/>
                <a:buFont typeface="Arial" panose="020B0604020202020204" pitchFamily="34" charset="0"/>
                <a:buNone/>
                <a:tabLst/>
                <a:defRPr/>
              </a:pPr>
              <a:r>
                <a:rPr kumimoji="0" lang="en-GB" sz="4800" b="1" i="0" u="none" strike="noStrike" kern="1200" cap="none" spc="0" normalizeH="0" baseline="0" noProof="0" dirty="0">
                  <a:ln>
                    <a:noFill/>
                  </a:ln>
                  <a:solidFill>
                    <a:srgbClr val="671761"/>
                  </a:solidFill>
                  <a:effectLst/>
                  <a:uLnTx/>
                  <a:uFillTx/>
                  <a:latin typeface="Bosch Sans" panose="020B0604020202020204" pitchFamily="34" charset="0"/>
                  <a:ea typeface="+mn-ea"/>
                  <a:cs typeface="+mn-cs"/>
                </a:rPr>
                <a:t>03</a:t>
              </a:r>
            </a:p>
          </p:txBody>
        </p:sp>
        <p:pic>
          <p:nvPicPr>
            <p:cNvPr id="3" name="Picture 7">
              <a:extLst>
                <a:ext uri="{FF2B5EF4-FFF2-40B4-BE49-F238E27FC236}">
                  <a16:creationId xmlns:a16="http://schemas.microsoft.com/office/drawing/2014/main" id="{4C89911E-1BB0-0322-C4A5-53DB337A62B7}"/>
                </a:ext>
              </a:extLst>
            </p:cNvPr>
            <p:cNvPicPr>
              <a:picLocks noChangeAspect="1"/>
            </p:cNvPicPr>
            <p:nvPr/>
          </p:nvPicPr>
          <p:blipFill rotWithShape="1">
            <a:blip r:embed="rId3">
              <a:extLst>
                <a:ext uri="{28A0092B-C50C-407E-A947-70E740481C1C}">
                  <a14:useLocalDpi xmlns:a14="http://schemas.microsoft.com/office/drawing/2010/main" val="0"/>
                </a:ext>
              </a:extLst>
            </a:blip>
            <a:srcRect l="9987" t="5964" r="3780" b="3911"/>
            <a:stretch/>
          </p:blipFill>
          <p:spPr>
            <a:xfrm>
              <a:off x="9720985" y="371910"/>
              <a:ext cx="927673" cy="926407"/>
            </a:xfrm>
            <a:prstGeom prst="rect">
              <a:avLst/>
            </a:prstGeom>
          </p:spPr>
        </p:pic>
        <p:sp>
          <p:nvSpPr>
            <p:cNvPr id="10" name="Textfeld 9">
              <a:extLst>
                <a:ext uri="{FF2B5EF4-FFF2-40B4-BE49-F238E27FC236}">
                  <a16:creationId xmlns:a16="http://schemas.microsoft.com/office/drawing/2014/main" id="{B7516AB6-85BB-BADC-9D88-5691AE283CEF}"/>
                </a:ext>
              </a:extLst>
            </p:cNvPr>
            <p:cNvSpPr txBox="1"/>
            <p:nvPr/>
          </p:nvSpPr>
          <p:spPr>
            <a:xfrm>
              <a:off x="1517442" y="392878"/>
              <a:ext cx="7868781" cy="400110"/>
            </a:xfrm>
            <a:prstGeom prst="rect">
              <a:avLst/>
            </a:prstGeom>
            <a:noFill/>
          </p:spPr>
          <p:txBody>
            <a:bodyPr wrap="square" lIns="0" tIns="0" rIns="0" bIns="0" rtlCol="0">
              <a:spAutoFit/>
            </a:bodyPr>
            <a:lstStyle/>
            <a:p>
              <a:pPr marR="0" algn="l" defTabSz="914400" eaLnBrk="1" fontAlgn="auto" latinLnBrk="0" hangingPunct="1">
                <a:spcBef>
                  <a:spcPts val="500"/>
                </a:spcBef>
                <a:spcAft>
                  <a:spcPts val="0"/>
                </a:spcAft>
                <a:buClrTx/>
                <a:buSzTx/>
                <a:buFontTx/>
                <a:buNone/>
                <a:tabLst/>
              </a:pPr>
              <a:r>
                <a:rPr lang="en-GB" sz="2600" b="1" kern="0" dirty="0">
                  <a:solidFill>
                    <a:srgbClr val="000000"/>
                  </a:solidFill>
                </a:rPr>
                <a:t>Available d</a:t>
              </a:r>
              <a:r>
                <a:rPr kumimoji="0" lang="en-GB" sz="2600" b="1" i="0" u="none" strike="noStrike" kern="0" cap="none" spc="0" normalizeH="0" baseline="0" noProof="0" dirty="0" err="1">
                  <a:ln>
                    <a:noFill/>
                  </a:ln>
                  <a:solidFill>
                    <a:srgbClr val="000000"/>
                  </a:solidFill>
                  <a:effectLst/>
                  <a:uLnTx/>
                  <a:uFillTx/>
                </a:rPr>
                <a:t>ata</a:t>
              </a:r>
              <a:endParaRPr kumimoji="0" lang="en-GB" sz="2600" b="1" i="0" u="none" strike="noStrike" kern="0" cap="none" spc="0" normalizeH="0" baseline="0" noProof="0" dirty="0">
                <a:ln>
                  <a:noFill/>
                </a:ln>
                <a:solidFill>
                  <a:srgbClr val="000000"/>
                </a:solidFill>
                <a:effectLst/>
                <a:uLnTx/>
                <a:uFillTx/>
              </a:endParaRPr>
            </a:p>
          </p:txBody>
        </p:sp>
        <p:sp>
          <p:nvSpPr>
            <p:cNvPr id="11" name="Textfeld 10">
              <a:extLst>
                <a:ext uri="{FF2B5EF4-FFF2-40B4-BE49-F238E27FC236}">
                  <a16:creationId xmlns:a16="http://schemas.microsoft.com/office/drawing/2014/main" id="{F5BD82EE-DA71-A30D-DA60-52BC33DA10F8}"/>
                </a:ext>
              </a:extLst>
            </p:cNvPr>
            <p:cNvSpPr txBox="1"/>
            <p:nvPr/>
          </p:nvSpPr>
          <p:spPr>
            <a:xfrm>
              <a:off x="1517443" y="928690"/>
              <a:ext cx="7868781" cy="338554"/>
            </a:xfrm>
            <a:prstGeom prst="rect">
              <a:avLst/>
            </a:prstGeom>
            <a:noFill/>
          </p:spPr>
          <p:txBody>
            <a:bodyPr wrap="square" lIns="0" tIns="0" rIns="0" bIns="0" rtlCol="0">
              <a:spAutoFit/>
            </a:bodyPr>
            <a:lstStyle/>
            <a:p>
              <a:pPr marR="0" algn="l" defTabSz="914400" eaLnBrk="1" fontAlgn="auto" latinLnBrk="0" hangingPunct="1">
                <a:spcBef>
                  <a:spcPts val="500"/>
                </a:spcBef>
                <a:spcAft>
                  <a:spcPts val="0"/>
                </a:spcAft>
                <a:buClrTx/>
                <a:buSzTx/>
                <a:buFontTx/>
                <a:buNone/>
                <a:tabLst/>
              </a:pPr>
              <a:r>
                <a:rPr kumimoji="0" lang="en-GB" sz="2200" i="0" u="none" strike="noStrike" kern="0" cap="none" spc="0" normalizeH="0" baseline="0" noProof="0" dirty="0">
                  <a:ln>
                    <a:noFill/>
                  </a:ln>
                  <a:solidFill>
                    <a:srgbClr val="000000"/>
                  </a:solidFill>
                  <a:effectLst/>
                  <a:uLnTx/>
                  <a:uFillTx/>
                </a:rPr>
                <a:t>Data overview</a:t>
              </a:r>
            </a:p>
          </p:txBody>
        </p:sp>
      </p:grpSp>
      <p:sp>
        <p:nvSpPr>
          <p:cNvPr id="7" name="TextBox 6">
            <a:extLst>
              <a:ext uri="{FF2B5EF4-FFF2-40B4-BE49-F238E27FC236}">
                <a16:creationId xmlns:a16="http://schemas.microsoft.com/office/drawing/2014/main" id="{84AE8DF3-DFEE-CB26-C063-86F71063E195}"/>
              </a:ext>
            </a:extLst>
          </p:cNvPr>
          <p:cNvSpPr txBox="1"/>
          <p:nvPr/>
        </p:nvSpPr>
        <p:spPr>
          <a:xfrm>
            <a:off x="288581" y="1782996"/>
            <a:ext cx="5098993" cy="3149580"/>
          </a:xfrm>
          <a:prstGeom prst="rect">
            <a:avLst/>
          </a:prstGeom>
          <a:noFill/>
        </p:spPr>
        <p:txBody>
          <a:bodyPr wrap="square">
            <a:spAutoFit/>
          </a:bodyPr>
          <a:lstStyle/>
          <a:p>
            <a:pPr marL="285750" indent="-285750" fontAlgn="auto">
              <a:spcBef>
                <a:spcPts val="500"/>
              </a:spcBef>
              <a:spcAft>
                <a:spcPts val="0"/>
              </a:spcAft>
              <a:buFontTx/>
              <a:buChar char="-"/>
            </a:pPr>
            <a:r>
              <a:rPr lang="de-AT" sz="1400" kern="0" dirty="0">
                <a:solidFill>
                  <a:srgbClr val="000000"/>
                </a:solidFill>
              </a:rPr>
              <a:t>Type: </a:t>
            </a:r>
            <a:r>
              <a:rPr lang="en-US" sz="1400" dirty="0"/>
              <a:t>Multivariate time-series (3 settings + 21 sensors)</a:t>
            </a:r>
            <a:endParaRPr lang="de-AT" sz="1400" kern="0" dirty="0">
              <a:solidFill>
                <a:srgbClr val="000000"/>
              </a:solidFill>
            </a:endParaRPr>
          </a:p>
          <a:p>
            <a:pPr marL="285750" indent="-285750" fontAlgn="auto">
              <a:spcBef>
                <a:spcPts val="500"/>
              </a:spcBef>
              <a:spcAft>
                <a:spcPts val="0"/>
              </a:spcAft>
              <a:buFontTx/>
              <a:buChar char="-"/>
            </a:pPr>
            <a:r>
              <a:rPr kumimoji="0" lang="de-AT" sz="1400" b="0" i="0" u="none" strike="noStrike" kern="0" cap="none" spc="0" normalizeH="0" baseline="0" noProof="0" dirty="0" err="1">
                <a:ln>
                  <a:noFill/>
                </a:ln>
                <a:solidFill>
                  <a:srgbClr val="000000"/>
                </a:solidFill>
                <a:effectLst/>
                <a:uLnTx/>
                <a:uFillTx/>
              </a:rPr>
              <a:t>Quantity</a:t>
            </a:r>
            <a:r>
              <a:rPr kumimoji="0" lang="de-AT" sz="1400" b="0" i="0" u="none" strike="noStrike" kern="0" cap="none" spc="0" normalizeH="0" baseline="0" noProof="0" dirty="0">
                <a:ln>
                  <a:noFill/>
                </a:ln>
                <a:solidFill>
                  <a:srgbClr val="000000"/>
                </a:solidFill>
                <a:effectLst/>
                <a:uLnTx/>
                <a:uFillTx/>
              </a:rPr>
              <a:t>:</a:t>
            </a:r>
            <a:br>
              <a:rPr kumimoji="0" lang="de-AT" sz="1400" b="0" i="0" u="none" strike="noStrike" kern="0" cap="none" spc="0" normalizeH="0" baseline="0" noProof="0" dirty="0">
                <a:ln>
                  <a:noFill/>
                </a:ln>
                <a:solidFill>
                  <a:srgbClr val="000000"/>
                </a:solidFill>
                <a:effectLst/>
                <a:uLnTx/>
                <a:uFillTx/>
              </a:rPr>
            </a:br>
            <a:r>
              <a:rPr kumimoji="0" lang="de-AT" sz="1400" b="0" i="0" u="none" strike="noStrike" kern="0" cap="none" spc="0" normalizeH="0" baseline="0" noProof="0" dirty="0">
                <a:ln>
                  <a:noFill/>
                </a:ln>
                <a:solidFill>
                  <a:srgbClr val="000000"/>
                </a:solidFill>
                <a:effectLst/>
                <a:uLnTx/>
                <a:uFillTx/>
              </a:rPr>
              <a:t>* </a:t>
            </a:r>
            <a:r>
              <a:rPr kumimoji="0" lang="en-US" sz="1400" b="0" i="0" u="none" strike="noStrike" kern="0" cap="none" spc="0" normalizeH="0" baseline="0" noProof="0" dirty="0">
                <a:ln>
                  <a:noFill/>
                </a:ln>
                <a:solidFill>
                  <a:srgbClr val="000000"/>
                </a:solidFill>
                <a:effectLst/>
                <a:uLnTx/>
                <a:uFillTx/>
              </a:rPr>
              <a:t>T</a:t>
            </a:r>
            <a:r>
              <a:rPr lang="en-US" sz="1400" dirty="0"/>
              <a:t>rain: ~20k rows across 100 engines</a:t>
            </a:r>
            <a:br>
              <a:rPr lang="en-US" sz="1400" dirty="0"/>
            </a:br>
            <a:r>
              <a:rPr lang="en-US" sz="1400" dirty="0"/>
              <a:t>* Test: ~13k rows across 100 engines</a:t>
            </a:r>
            <a:br>
              <a:rPr lang="en-US" sz="1400" dirty="0"/>
            </a:br>
            <a:r>
              <a:rPr lang="en-US" sz="1400" dirty="0"/>
              <a:t>* RUL: 100 labels for test engines</a:t>
            </a:r>
            <a:endParaRPr lang="de-AT" sz="1400" kern="0" dirty="0">
              <a:solidFill>
                <a:srgbClr val="000000"/>
              </a:solidFill>
            </a:endParaRPr>
          </a:p>
          <a:p>
            <a:pPr marL="285750" indent="-285750" fontAlgn="auto">
              <a:spcBef>
                <a:spcPts val="500"/>
              </a:spcBef>
              <a:spcAft>
                <a:spcPts val="0"/>
              </a:spcAft>
              <a:buFontTx/>
              <a:buChar char="-"/>
            </a:pPr>
            <a:r>
              <a:rPr kumimoji="0" lang="de-AT" sz="1400" b="0" i="0" u="none" strike="noStrike" kern="0" cap="none" spc="0" normalizeH="0" baseline="0" noProof="0" dirty="0" err="1">
                <a:ln>
                  <a:noFill/>
                </a:ln>
                <a:solidFill>
                  <a:srgbClr val="000000"/>
                </a:solidFill>
                <a:effectLst/>
                <a:uLnTx/>
                <a:uFillTx/>
              </a:rPr>
              <a:t>Labelling</a:t>
            </a:r>
            <a:r>
              <a:rPr kumimoji="0" lang="de-AT" sz="1400" b="0" i="0" u="none" strike="noStrike" kern="0" cap="none" spc="0" normalizeH="0" baseline="0" noProof="0" dirty="0">
                <a:ln>
                  <a:noFill/>
                </a:ln>
                <a:solidFill>
                  <a:srgbClr val="000000"/>
                </a:solidFill>
                <a:effectLst/>
                <a:uLnTx/>
                <a:uFillTx/>
              </a:rPr>
              <a:t>: </a:t>
            </a:r>
            <a:r>
              <a:rPr lang="en-US" sz="1400" dirty="0"/>
              <a:t>Run-to-failure labels (engine stops at max cycle).</a:t>
            </a:r>
            <a:endParaRPr lang="de-AT" sz="1400" kern="0" dirty="0">
              <a:solidFill>
                <a:srgbClr val="000000"/>
              </a:solidFill>
            </a:endParaRPr>
          </a:p>
          <a:p>
            <a:pPr marL="285750" indent="-285750" fontAlgn="auto">
              <a:spcBef>
                <a:spcPts val="500"/>
              </a:spcBef>
              <a:spcAft>
                <a:spcPts val="0"/>
              </a:spcAft>
              <a:buFontTx/>
              <a:buChar char="-"/>
            </a:pPr>
            <a:r>
              <a:rPr lang="de-AT" sz="1400" kern="0" dirty="0">
                <a:solidFill>
                  <a:srgbClr val="000000"/>
                </a:solidFill>
              </a:rPr>
              <a:t>P</a:t>
            </a:r>
            <a:r>
              <a:rPr kumimoji="0" lang="de-AT" sz="1400" b="0" i="0" u="none" strike="noStrike" kern="0" cap="none" spc="0" normalizeH="0" baseline="0" noProof="0" dirty="0" err="1">
                <a:ln>
                  <a:noFill/>
                </a:ln>
                <a:solidFill>
                  <a:srgbClr val="000000"/>
                </a:solidFill>
                <a:effectLst/>
                <a:uLnTx/>
                <a:uFillTx/>
              </a:rPr>
              <a:t>re-processing</a:t>
            </a:r>
            <a:r>
              <a:rPr kumimoji="0" lang="de-AT" sz="1400" b="0" i="0" u="none" strike="noStrike" kern="0" cap="none" spc="0" normalizeH="0" baseline="0" noProof="0" dirty="0">
                <a:ln>
                  <a:noFill/>
                </a:ln>
                <a:solidFill>
                  <a:srgbClr val="000000"/>
                </a:solidFill>
                <a:effectLst/>
                <a:uLnTx/>
                <a:uFillTx/>
              </a:rPr>
              <a:t>: </a:t>
            </a:r>
            <a:br>
              <a:rPr kumimoji="0" lang="de-AT" sz="1400" b="0" i="0" u="none" strike="noStrike" kern="0" cap="none" spc="0" normalizeH="0" baseline="0" noProof="0" dirty="0">
                <a:ln>
                  <a:noFill/>
                </a:ln>
                <a:solidFill>
                  <a:srgbClr val="000000"/>
                </a:solidFill>
                <a:effectLst/>
                <a:uLnTx/>
                <a:uFillTx/>
              </a:rPr>
            </a:br>
            <a:r>
              <a:rPr kumimoji="0" lang="en-US" sz="1400" b="0" i="0" u="none" strike="noStrike" kern="0" cap="none" spc="0" normalizeH="0" baseline="0" noProof="0" dirty="0">
                <a:ln>
                  <a:noFill/>
                </a:ln>
                <a:solidFill>
                  <a:srgbClr val="000000"/>
                </a:solidFill>
                <a:effectLst/>
                <a:uLnTx/>
                <a:uFillTx/>
              </a:rPr>
              <a:t>*</a:t>
            </a:r>
            <a:r>
              <a:rPr lang="en-US" sz="1400" dirty="0"/>
              <a:t> Removed zero-variance signals</a:t>
            </a:r>
            <a:br>
              <a:rPr lang="en-US" sz="1400" dirty="0"/>
            </a:br>
            <a:r>
              <a:rPr lang="en-US" sz="1400" dirty="0"/>
              <a:t>* Built aggregated + trend-based features per engine</a:t>
            </a:r>
            <a:endParaRPr kumimoji="0" lang="en-US" sz="1400" b="0" i="0" u="none" strike="noStrike" kern="0" cap="none" spc="0" normalizeH="0" baseline="0" noProof="0" dirty="0">
              <a:ln>
                <a:noFill/>
              </a:ln>
              <a:solidFill>
                <a:srgbClr val="000000"/>
              </a:solidFill>
              <a:effectLst/>
              <a:uLnTx/>
              <a:uFillTx/>
            </a:endParaRPr>
          </a:p>
          <a:p>
            <a:pPr marL="285750" indent="-285750" fontAlgn="auto">
              <a:spcBef>
                <a:spcPts val="500"/>
              </a:spcBef>
              <a:spcAft>
                <a:spcPts val="0"/>
              </a:spcAft>
              <a:buFontTx/>
              <a:buChar char="-"/>
            </a:pPr>
            <a:r>
              <a:rPr lang="en-US" sz="1400" dirty="0"/>
              <a:t>Each engine is a full time-series. We collapse it into one row per engine and extract statistics + trends describing the </a:t>
            </a:r>
            <a:r>
              <a:rPr lang="en-US" sz="1400" dirty="0">
                <a:highlight>
                  <a:srgbClr val="FFFF00"/>
                </a:highlight>
              </a:rPr>
              <a:t>full lifespan</a:t>
            </a:r>
            <a:r>
              <a:rPr lang="en-US" sz="1400" dirty="0"/>
              <a:t>.</a:t>
            </a:r>
            <a:endParaRPr kumimoji="0" lang="de-AT" sz="1400" b="0" i="0" u="none" strike="noStrike" kern="0" cap="none" spc="0" normalizeH="0" baseline="0" noProof="0" dirty="0">
              <a:ln>
                <a:noFill/>
              </a:ln>
              <a:solidFill>
                <a:srgbClr val="000000"/>
              </a:solidFill>
              <a:effectLst/>
              <a:uLnTx/>
              <a:uFillTx/>
            </a:endParaRPr>
          </a:p>
        </p:txBody>
      </p:sp>
      <p:sp>
        <p:nvSpPr>
          <p:cNvPr id="27" name="TextBox 26">
            <a:extLst>
              <a:ext uri="{FF2B5EF4-FFF2-40B4-BE49-F238E27FC236}">
                <a16:creationId xmlns:a16="http://schemas.microsoft.com/office/drawing/2014/main" id="{006F3358-8137-1981-5AAC-417600F0FC0C}"/>
              </a:ext>
            </a:extLst>
          </p:cNvPr>
          <p:cNvSpPr txBox="1"/>
          <p:nvPr/>
        </p:nvSpPr>
        <p:spPr>
          <a:xfrm>
            <a:off x="349345" y="1485395"/>
            <a:ext cx="5486400" cy="369332"/>
          </a:xfrm>
          <a:prstGeom prst="rect">
            <a:avLst/>
          </a:prstGeom>
          <a:noFill/>
        </p:spPr>
        <p:txBody>
          <a:bodyPr wrap="square">
            <a:spAutoFit/>
          </a:bodyPr>
          <a:lstStyle/>
          <a:p>
            <a:r>
              <a:rPr kumimoji="0" lang="de-AT" sz="1800" b="1" i="0" u="none" strike="noStrike" kern="0" cap="none" spc="0" normalizeH="0" baseline="0" noProof="0" dirty="0">
                <a:ln>
                  <a:noFill/>
                </a:ln>
                <a:solidFill>
                  <a:srgbClr val="000000"/>
                </a:solidFill>
                <a:effectLst/>
                <a:uLnTx/>
                <a:uFillTx/>
              </a:rPr>
              <a:t>The </a:t>
            </a:r>
            <a:r>
              <a:rPr kumimoji="0" lang="de-AT" sz="1800" b="1" i="0" u="none" strike="noStrike" kern="0" cap="none" spc="0" normalizeH="0" baseline="0" noProof="0" dirty="0" err="1">
                <a:ln>
                  <a:noFill/>
                </a:ln>
                <a:solidFill>
                  <a:srgbClr val="000000"/>
                </a:solidFill>
                <a:effectLst/>
                <a:uLnTx/>
                <a:uFillTx/>
              </a:rPr>
              <a:t>data</a:t>
            </a:r>
            <a:r>
              <a:rPr kumimoji="0" lang="de-AT" sz="1800" b="1" i="0" u="none" strike="noStrike" kern="0" cap="none" spc="0" normalizeH="0" baseline="0" noProof="0" dirty="0">
                <a:ln>
                  <a:noFill/>
                </a:ln>
                <a:solidFill>
                  <a:srgbClr val="000000"/>
                </a:solidFill>
                <a:effectLst/>
                <a:uLnTx/>
                <a:uFillTx/>
              </a:rPr>
              <a:t> I </a:t>
            </a:r>
            <a:r>
              <a:rPr kumimoji="0" lang="de-AT" sz="1800" b="1" i="0" u="none" strike="noStrike" kern="0" cap="none" spc="0" normalizeH="0" baseline="0" noProof="0" dirty="0" err="1">
                <a:ln>
                  <a:noFill/>
                </a:ln>
                <a:solidFill>
                  <a:srgbClr val="000000"/>
                </a:solidFill>
                <a:effectLst/>
                <a:uLnTx/>
                <a:uFillTx/>
              </a:rPr>
              <a:t>have</a:t>
            </a:r>
            <a:r>
              <a:rPr kumimoji="0" lang="de-AT" sz="1800" b="1" i="0" u="none" strike="noStrike" kern="0" cap="none" spc="0" normalizeH="0" baseline="0" noProof="0" dirty="0">
                <a:ln>
                  <a:noFill/>
                </a:ln>
                <a:solidFill>
                  <a:srgbClr val="000000"/>
                </a:solidFill>
                <a:effectLst/>
                <a:uLnTx/>
                <a:uFillTx/>
              </a:rPr>
              <a:t> </a:t>
            </a:r>
            <a:r>
              <a:rPr kumimoji="0" lang="de-AT" sz="1800" b="1" i="0" u="none" strike="noStrike" kern="0" cap="none" spc="0" normalizeH="0" baseline="0" noProof="0" dirty="0" err="1">
                <a:ln>
                  <a:noFill/>
                </a:ln>
                <a:solidFill>
                  <a:srgbClr val="000000"/>
                </a:solidFill>
                <a:effectLst/>
                <a:uLnTx/>
                <a:uFillTx/>
              </a:rPr>
              <a:t>access</a:t>
            </a:r>
            <a:r>
              <a:rPr kumimoji="0" lang="de-AT" sz="1800" b="1" i="0" u="none" strike="noStrike" kern="0" cap="none" spc="0" normalizeH="0" baseline="0" noProof="0" dirty="0">
                <a:ln>
                  <a:noFill/>
                </a:ln>
                <a:solidFill>
                  <a:srgbClr val="000000"/>
                </a:solidFill>
                <a:effectLst/>
                <a:uLnTx/>
                <a:uFillTx/>
              </a:rPr>
              <a:t> </a:t>
            </a:r>
            <a:r>
              <a:rPr kumimoji="0" lang="de-AT" sz="1800" b="1" i="0" u="none" strike="noStrike" kern="0" cap="none" spc="0" normalizeH="0" baseline="0" noProof="0" dirty="0" err="1">
                <a:ln>
                  <a:noFill/>
                </a:ln>
                <a:solidFill>
                  <a:srgbClr val="000000"/>
                </a:solidFill>
                <a:effectLst/>
                <a:uLnTx/>
                <a:uFillTx/>
              </a:rPr>
              <a:t>to</a:t>
            </a:r>
            <a:r>
              <a:rPr kumimoji="0" lang="de-AT" sz="1800" b="1" i="0" u="none" strike="noStrike" kern="0" cap="none" spc="0" normalizeH="0" baseline="0" noProof="0" dirty="0">
                <a:ln>
                  <a:noFill/>
                </a:ln>
                <a:solidFill>
                  <a:srgbClr val="000000"/>
                </a:solidFill>
                <a:effectLst/>
                <a:uLnTx/>
                <a:uFillTx/>
              </a:rPr>
              <a:t> </a:t>
            </a:r>
            <a:r>
              <a:rPr kumimoji="0" lang="de-AT" sz="1800" b="1" i="0" u="none" strike="noStrike" kern="0" cap="none" spc="0" normalizeH="0" baseline="0" noProof="0" dirty="0" err="1">
                <a:ln>
                  <a:noFill/>
                </a:ln>
                <a:solidFill>
                  <a:srgbClr val="000000"/>
                </a:solidFill>
                <a:effectLst/>
                <a:uLnTx/>
                <a:uFillTx/>
              </a:rPr>
              <a:t>is</a:t>
            </a:r>
            <a:r>
              <a:rPr kumimoji="0" lang="de-AT" sz="1800" b="1" i="0" u="none" strike="noStrike" kern="0" cap="none" spc="0" normalizeH="0" baseline="0" noProof="0" dirty="0">
                <a:ln>
                  <a:noFill/>
                </a:ln>
                <a:solidFill>
                  <a:srgbClr val="000000"/>
                </a:solidFill>
                <a:effectLst/>
                <a:uLnTx/>
                <a:uFillTx/>
              </a:rPr>
              <a:t>:</a:t>
            </a:r>
            <a:endParaRPr lang="en-US" b="1" dirty="0"/>
          </a:p>
        </p:txBody>
      </p:sp>
      <p:pic>
        <p:nvPicPr>
          <p:cNvPr id="15" name="Graphic 14">
            <a:extLst>
              <a:ext uri="{FF2B5EF4-FFF2-40B4-BE49-F238E27FC236}">
                <a16:creationId xmlns:a16="http://schemas.microsoft.com/office/drawing/2014/main" id="{1CD68D79-4729-D8D4-E3EA-71B64CC7660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926113" y="5310987"/>
            <a:ext cx="714357" cy="714125"/>
          </a:xfrm>
          <a:prstGeom prst="rect">
            <a:avLst/>
          </a:prstGeom>
        </p:spPr>
      </p:pic>
      <p:pic>
        <p:nvPicPr>
          <p:cNvPr id="8" name="Picture 7">
            <a:extLst>
              <a:ext uri="{FF2B5EF4-FFF2-40B4-BE49-F238E27FC236}">
                <a16:creationId xmlns:a16="http://schemas.microsoft.com/office/drawing/2014/main" id="{43DC7F40-B547-210A-46E0-E1631D5AC99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27014" y="3422654"/>
            <a:ext cx="3319680" cy="2015545"/>
          </a:xfrm>
          <a:prstGeom prst="rect">
            <a:avLst/>
          </a:prstGeom>
        </p:spPr>
      </p:pic>
      <p:sp>
        <p:nvSpPr>
          <p:cNvPr id="9" name="TextBox 8">
            <a:extLst>
              <a:ext uri="{FF2B5EF4-FFF2-40B4-BE49-F238E27FC236}">
                <a16:creationId xmlns:a16="http://schemas.microsoft.com/office/drawing/2014/main" id="{88D8E60C-3487-91B0-5EC3-F6E97F299BBF}"/>
              </a:ext>
            </a:extLst>
          </p:cNvPr>
          <p:cNvSpPr txBox="1"/>
          <p:nvPr/>
        </p:nvSpPr>
        <p:spPr>
          <a:xfrm>
            <a:off x="7209790" y="5421120"/>
            <a:ext cx="2762655" cy="245280"/>
          </a:xfrm>
          <a:prstGeom prst="rect">
            <a:avLst/>
          </a:prstGeom>
          <a:noFill/>
        </p:spPr>
        <p:txBody>
          <a:bodyPr wrap="square" lIns="0" tIns="0" rIns="0" bIns="0" rtlCol="0">
            <a:noAutofit/>
          </a:bodyPr>
          <a:lstStyle/>
          <a:p>
            <a:r>
              <a:rPr lang="en-US" sz="1000" dirty="0"/>
              <a:t>engine1_sensor2.png</a:t>
            </a:r>
          </a:p>
        </p:txBody>
      </p:sp>
      <p:pic>
        <p:nvPicPr>
          <p:cNvPr id="12" name="Picture 11">
            <a:extLst>
              <a:ext uri="{FF2B5EF4-FFF2-40B4-BE49-F238E27FC236}">
                <a16:creationId xmlns:a16="http://schemas.microsoft.com/office/drawing/2014/main" id="{7A75D2A7-CC9E-2120-1577-60BAC1CEB2DD}"/>
              </a:ext>
            </a:extLst>
          </p:cNvPr>
          <p:cNvPicPr>
            <a:picLocks noChangeAspect="1"/>
          </p:cNvPicPr>
          <p:nvPr/>
        </p:nvPicPr>
        <p:blipFill>
          <a:blip r:embed="rId7">
            <a:extLst>
              <a:ext uri="{28A0092B-C50C-407E-A947-70E740481C1C}">
                <a14:useLocalDpi xmlns:a14="http://schemas.microsoft.com/office/drawing/2010/main" val="0"/>
              </a:ext>
            </a:extLst>
          </a:blip>
          <a:srcRect l="18867" t="25341" r="40221" b="29795"/>
          <a:stretch/>
        </p:blipFill>
        <p:spPr>
          <a:xfrm>
            <a:off x="6335372" y="1543601"/>
            <a:ext cx="3228016" cy="1733244"/>
          </a:xfrm>
          <a:prstGeom prst="rect">
            <a:avLst/>
          </a:prstGeom>
        </p:spPr>
      </p:pic>
    </p:spTree>
    <p:extLst>
      <p:ext uri="{BB962C8B-B14F-4D97-AF65-F5344CB8AC3E}">
        <p14:creationId xmlns:p14="http://schemas.microsoft.com/office/powerpoint/2010/main" val="3335500933"/>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BCADF5-A84E-2718-C0EF-FDB0372C5B58}"/>
              </a:ext>
            </a:extLst>
          </p:cNvPr>
          <p:cNvSpPr>
            <a:spLocks noGrp="1"/>
          </p:cNvSpPr>
          <p:nvPr>
            <p:ph type="sldNum" sz="quarter" idx="12"/>
          </p:nvPr>
        </p:nvSpPr>
        <p:spPr/>
        <p:txBody>
          <a:bodyPr/>
          <a:lstStyle/>
          <a:p>
            <a:fld id="{4898AEC0-503E-4FA4-859C-D0F72D6E3F79}" type="slidenum">
              <a:rPr lang="en-US" noProof="1" smtClean="0"/>
              <a:pPr/>
              <a:t>5</a:t>
            </a:fld>
            <a:endParaRPr lang="en-US" noProof="1"/>
          </a:p>
        </p:txBody>
      </p:sp>
      <p:grpSp>
        <p:nvGrpSpPr>
          <p:cNvPr id="14" name="Gruppieren 13">
            <a:extLst>
              <a:ext uri="{FF2B5EF4-FFF2-40B4-BE49-F238E27FC236}">
                <a16:creationId xmlns:a16="http://schemas.microsoft.com/office/drawing/2014/main" id="{7297AC1C-DB9D-1049-304B-4E3379884AF4}"/>
              </a:ext>
            </a:extLst>
          </p:cNvPr>
          <p:cNvGrpSpPr/>
          <p:nvPr/>
        </p:nvGrpSpPr>
        <p:grpSpPr>
          <a:xfrm>
            <a:off x="213152" y="257175"/>
            <a:ext cx="10556447" cy="1155878"/>
            <a:chOff x="213152" y="257175"/>
            <a:chExt cx="10556447" cy="1155878"/>
          </a:xfrm>
        </p:grpSpPr>
        <p:sp>
          <p:nvSpPr>
            <p:cNvPr id="4" name="Rectangle: Rounded Corners 3">
              <a:extLst>
                <a:ext uri="{FF2B5EF4-FFF2-40B4-BE49-F238E27FC236}">
                  <a16:creationId xmlns:a16="http://schemas.microsoft.com/office/drawing/2014/main" id="{EFEEEAF2-F208-4A50-2730-10FCD7E182EB}"/>
                </a:ext>
              </a:extLst>
            </p:cNvPr>
            <p:cNvSpPr/>
            <p:nvPr/>
          </p:nvSpPr>
          <p:spPr>
            <a:xfrm>
              <a:off x="213152" y="257175"/>
              <a:ext cx="10556447" cy="1155878"/>
            </a:xfrm>
            <a:prstGeom prst="roundRect">
              <a:avLst>
                <a:gd name="adj" fmla="val 50000"/>
              </a:avLst>
            </a:prstGeom>
            <a:solidFill>
              <a:srgbClr val="DEE0E3"/>
            </a:solidFill>
            <a:ln w="952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AT" sz="1800" b="0" i="0" u="none" strike="noStrike" kern="0" cap="none" spc="0" normalizeH="0" baseline="0" noProof="0">
                <a:ln>
                  <a:noFill/>
                </a:ln>
                <a:solidFill>
                  <a:srgbClr val="000000"/>
                </a:solidFill>
                <a:effectLst/>
                <a:uLnTx/>
                <a:uFillTx/>
                <a:latin typeface="Bosch Office Sans"/>
                <a:ea typeface="+mn-ea"/>
                <a:cs typeface="+mn-cs"/>
              </a:endParaRPr>
            </a:p>
          </p:txBody>
        </p:sp>
        <p:sp>
          <p:nvSpPr>
            <p:cNvPr id="6" name="Textplatzhalter 6">
              <a:extLst>
                <a:ext uri="{FF2B5EF4-FFF2-40B4-BE49-F238E27FC236}">
                  <a16:creationId xmlns:a16="http://schemas.microsoft.com/office/drawing/2014/main" id="{07C8BB9C-A7DC-AEE4-1830-5995D67652FE}"/>
                </a:ext>
              </a:extLst>
            </p:cNvPr>
            <p:cNvSpPr txBox="1">
              <a:spLocks/>
            </p:cNvSpPr>
            <p:nvPr/>
          </p:nvSpPr>
          <p:spPr>
            <a:xfrm>
              <a:off x="414678" y="465782"/>
              <a:ext cx="772223" cy="738664"/>
            </a:xfrm>
            <a:prstGeom prst="rect">
              <a:avLst/>
            </a:prstGeom>
          </p:spPr>
          <p:txBody>
            <a:bodyPr wrap="square" lIns="0" tIns="0" rIns="0" b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ct val="0"/>
                </a:spcAft>
                <a:buClrTx/>
                <a:buSzTx/>
                <a:buFont typeface="Arial" panose="020B0604020202020204" pitchFamily="34" charset="0"/>
                <a:buNone/>
                <a:tabLst/>
                <a:defRPr/>
              </a:pPr>
              <a:r>
                <a:rPr kumimoji="0" lang="en-GB" sz="4800" b="1" i="0" u="none" strike="noStrike" kern="1200" cap="none" spc="0" normalizeH="0" baseline="0" noProof="0" dirty="0">
                  <a:ln>
                    <a:noFill/>
                  </a:ln>
                  <a:solidFill>
                    <a:srgbClr val="671761"/>
                  </a:solidFill>
                  <a:effectLst/>
                  <a:uLnTx/>
                  <a:uFillTx/>
                  <a:latin typeface="Bosch Sans" panose="020B0604020202020204" pitchFamily="34" charset="0"/>
                  <a:ea typeface="+mn-ea"/>
                  <a:cs typeface="+mn-cs"/>
                </a:rPr>
                <a:t>04</a:t>
              </a:r>
            </a:p>
          </p:txBody>
        </p:sp>
        <p:pic>
          <p:nvPicPr>
            <p:cNvPr id="3" name="Picture 7">
              <a:extLst>
                <a:ext uri="{FF2B5EF4-FFF2-40B4-BE49-F238E27FC236}">
                  <a16:creationId xmlns:a16="http://schemas.microsoft.com/office/drawing/2014/main" id="{4C89911E-1BB0-0322-C4A5-53DB337A62B7}"/>
                </a:ext>
              </a:extLst>
            </p:cNvPr>
            <p:cNvPicPr>
              <a:picLocks noChangeAspect="1"/>
            </p:cNvPicPr>
            <p:nvPr/>
          </p:nvPicPr>
          <p:blipFill rotWithShape="1">
            <a:blip r:embed="rId2">
              <a:extLst>
                <a:ext uri="{28A0092B-C50C-407E-A947-70E740481C1C}">
                  <a14:useLocalDpi xmlns:a14="http://schemas.microsoft.com/office/drawing/2010/main" val="0"/>
                </a:ext>
              </a:extLst>
            </a:blip>
            <a:srcRect l="9987" t="5964" r="3780" b="3911"/>
            <a:stretch/>
          </p:blipFill>
          <p:spPr>
            <a:xfrm>
              <a:off x="9720985" y="371910"/>
              <a:ext cx="927673" cy="926407"/>
            </a:xfrm>
            <a:prstGeom prst="rect">
              <a:avLst/>
            </a:prstGeom>
          </p:spPr>
        </p:pic>
        <p:sp>
          <p:nvSpPr>
            <p:cNvPr id="10" name="Textfeld 9">
              <a:extLst>
                <a:ext uri="{FF2B5EF4-FFF2-40B4-BE49-F238E27FC236}">
                  <a16:creationId xmlns:a16="http://schemas.microsoft.com/office/drawing/2014/main" id="{B7516AB6-85BB-BADC-9D88-5691AE283CEF}"/>
                </a:ext>
              </a:extLst>
            </p:cNvPr>
            <p:cNvSpPr txBox="1"/>
            <p:nvPr/>
          </p:nvSpPr>
          <p:spPr>
            <a:xfrm>
              <a:off x="1517442" y="392878"/>
              <a:ext cx="7868781" cy="400110"/>
            </a:xfrm>
            <a:prstGeom prst="rect">
              <a:avLst/>
            </a:prstGeom>
            <a:noFill/>
          </p:spPr>
          <p:txBody>
            <a:bodyPr wrap="square" lIns="0" tIns="0" rIns="0" bIns="0" rtlCol="0">
              <a:spAutoFit/>
            </a:bodyPr>
            <a:lstStyle/>
            <a:p>
              <a:pPr marR="0" algn="l" defTabSz="914400" eaLnBrk="1" fontAlgn="auto" latinLnBrk="0" hangingPunct="1">
                <a:spcBef>
                  <a:spcPts val="500"/>
                </a:spcBef>
                <a:spcAft>
                  <a:spcPts val="0"/>
                </a:spcAft>
                <a:buClrTx/>
                <a:buSzTx/>
                <a:buFontTx/>
                <a:buNone/>
                <a:tabLst/>
              </a:pPr>
              <a:r>
                <a:rPr kumimoji="0" lang="en-GB" sz="2600" b="1" i="0" u="none" strike="noStrike" kern="0" cap="none" spc="0" normalizeH="0" baseline="0" noProof="0" dirty="0">
                  <a:ln>
                    <a:noFill/>
                  </a:ln>
                  <a:solidFill>
                    <a:srgbClr val="000000"/>
                  </a:solidFill>
                  <a:effectLst/>
                  <a:uLnTx/>
                  <a:uFillTx/>
                </a:rPr>
                <a:t>Project phase summary</a:t>
              </a:r>
            </a:p>
          </p:txBody>
        </p:sp>
        <p:sp>
          <p:nvSpPr>
            <p:cNvPr id="11" name="Textfeld 10">
              <a:extLst>
                <a:ext uri="{FF2B5EF4-FFF2-40B4-BE49-F238E27FC236}">
                  <a16:creationId xmlns:a16="http://schemas.microsoft.com/office/drawing/2014/main" id="{F5BD82EE-DA71-A30D-DA60-52BC33DA10F8}"/>
                </a:ext>
              </a:extLst>
            </p:cNvPr>
            <p:cNvSpPr txBox="1"/>
            <p:nvPr/>
          </p:nvSpPr>
          <p:spPr>
            <a:xfrm>
              <a:off x="1517443" y="928690"/>
              <a:ext cx="7868781" cy="338554"/>
            </a:xfrm>
            <a:prstGeom prst="rect">
              <a:avLst/>
            </a:prstGeom>
            <a:noFill/>
          </p:spPr>
          <p:txBody>
            <a:bodyPr wrap="square" lIns="0" tIns="0" rIns="0" bIns="0" rtlCol="0">
              <a:spAutoFit/>
            </a:bodyPr>
            <a:lstStyle/>
            <a:p>
              <a:pPr marR="0" algn="l" defTabSz="914400" eaLnBrk="1" fontAlgn="auto" latinLnBrk="0" hangingPunct="1">
                <a:spcBef>
                  <a:spcPts val="500"/>
                </a:spcBef>
                <a:spcAft>
                  <a:spcPts val="0"/>
                </a:spcAft>
                <a:buClrTx/>
                <a:buSzTx/>
                <a:buFontTx/>
                <a:buNone/>
                <a:tabLst/>
              </a:pPr>
              <a:r>
                <a:rPr kumimoji="0" lang="en-GB" sz="2200" i="0" u="none" strike="noStrike" kern="0" cap="none" spc="0" normalizeH="0" baseline="0" noProof="0" dirty="0">
                  <a:ln>
                    <a:noFill/>
                  </a:ln>
                  <a:solidFill>
                    <a:srgbClr val="000000"/>
                  </a:solidFill>
                  <a:effectLst/>
                  <a:uLnTx/>
                  <a:uFillTx/>
                </a:rPr>
                <a:t>Steps – Trials – Milestones </a:t>
              </a:r>
            </a:p>
          </p:txBody>
        </p:sp>
      </p:grpSp>
      <p:sp>
        <p:nvSpPr>
          <p:cNvPr id="12" name="Rectangle: Rounded Corners 11">
            <a:extLst>
              <a:ext uri="{FF2B5EF4-FFF2-40B4-BE49-F238E27FC236}">
                <a16:creationId xmlns:a16="http://schemas.microsoft.com/office/drawing/2014/main" id="{13EEF45A-44E7-6F36-23EC-C0D2A3E82E22}"/>
              </a:ext>
            </a:extLst>
          </p:cNvPr>
          <p:cNvSpPr/>
          <p:nvPr/>
        </p:nvSpPr>
        <p:spPr>
          <a:xfrm>
            <a:off x="6728689" y="1959110"/>
            <a:ext cx="2560870" cy="706200"/>
          </a:xfrm>
          <a:prstGeom prst="roundRect">
            <a:avLst>
              <a:gd name="adj" fmla="val 8657"/>
            </a:avLst>
          </a:prstGeom>
          <a:solidFill>
            <a:srgbClr val="DEE0E3"/>
          </a:solidFill>
          <a:ln w="952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AT" sz="1800" b="0" i="0" u="none" strike="noStrike" kern="0" cap="none" spc="0" normalizeH="0" baseline="0" noProof="0">
              <a:ln>
                <a:noFill/>
              </a:ln>
              <a:solidFill>
                <a:srgbClr val="000000"/>
              </a:solidFill>
              <a:effectLst/>
              <a:uLnTx/>
              <a:uFillTx/>
              <a:latin typeface="Bosch Office Sans"/>
              <a:ea typeface="+mn-ea"/>
              <a:cs typeface="+mn-cs"/>
            </a:endParaRPr>
          </a:p>
        </p:txBody>
      </p:sp>
      <p:sp>
        <p:nvSpPr>
          <p:cNvPr id="8" name="Rectangle: Rounded Corners 7">
            <a:extLst>
              <a:ext uri="{FF2B5EF4-FFF2-40B4-BE49-F238E27FC236}">
                <a16:creationId xmlns:a16="http://schemas.microsoft.com/office/drawing/2014/main" id="{D008EC98-53BA-5A58-E2D6-1F4AAAC81A33}"/>
              </a:ext>
            </a:extLst>
          </p:cNvPr>
          <p:cNvSpPr/>
          <p:nvPr/>
        </p:nvSpPr>
        <p:spPr>
          <a:xfrm>
            <a:off x="6850713" y="2140654"/>
            <a:ext cx="2315981" cy="344773"/>
          </a:xfrm>
          <a:prstGeom prst="roundRect">
            <a:avLst/>
          </a:prstGeom>
          <a:solidFill>
            <a:srgbClr val="67176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r>
              <a:rPr kumimoji="0" lang="de-DE" sz="1800" b="0" i="0" u="none" strike="noStrike" kern="0" cap="none" spc="0" normalizeH="0" baseline="0" noProof="0" dirty="0">
                <a:ln>
                  <a:noFill/>
                </a:ln>
                <a:solidFill>
                  <a:schemeClr val="bg1"/>
                </a:solidFill>
                <a:effectLst/>
                <a:uLnTx/>
                <a:uFillTx/>
                <a:latin typeface="Bosch Office Sans"/>
                <a:ea typeface="+mn-ea"/>
                <a:cs typeface="+mn-cs"/>
              </a:rPr>
              <a:t>Linear Regression</a:t>
            </a:r>
            <a:endParaRPr kumimoji="0" lang="en-US" sz="1800" b="0" i="0" u="none" strike="noStrike" kern="0" cap="none" spc="0" normalizeH="0" baseline="0" noProof="0" dirty="0">
              <a:ln>
                <a:noFill/>
              </a:ln>
              <a:solidFill>
                <a:schemeClr val="bg1"/>
              </a:solidFill>
              <a:effectLst/>
              <a:uLnTx/>
              <a:uFillTx/>
              <a:latin typeface="Bosch Office Sans"/>
              <a:ea typeface="+mn-ea"/>
              <a:cs typeface="+mn-cs"/>
            </a:endParaRPr>
          </a:p>
        </p:txBody>
      </p:sp>
      <p:sp>
        <p:nvSpPr>
          <p:cNvPr id="17" name="Rectangle: Rounded Corners 16">
            <a:extLst>
              <a:ext uri="{FF2B5EF4-FFF2-40B4-BE49-F238E27FC236}">
                <a16:creationId xmlns:a16="http://schemas.microsoft.com/office/drawing/2014/main" id="{73E0E41D-BEB6-A304-E8B2-FADB49E6AAC0}"/>
              </a:ext>
            </a:extLst>
          </p:cNvPr>
          <p:cNvSpPr/>
          <p:nvPr/>
        </p:nvSpPr>
        <p:spPr>
          <a:xfrm>
            <a:off x="8192331" y="2899817"/>
            <a:ext cx="2560870" cy="706200"/>
          </a:xfrm>
          <a:prstGeom prst="roundRect">
            <a:avLst>
              <a:gd name="adj" fmla="val 8657"/>
            </a:avLst>
          </a:prstGeom>
          <a:solidFill>
            <a:srgbClr val="DEE0E3"/>
          </a:solidFill>
          <a:ln w="952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AT" sz="1800" b="0" i="0" u="none" strike="noStrike" kern="0" cap="none" spc="0" normalizeH="0" baseline="0" noProof="0">
              <a:ln>
                <a:noFill/>
              </a:ln>
              <a:solidFill>
                <a:srgbClr val="000000"/>
              </a:solidFill>
              <a:effectLst/>
              <a:uLnTx/>
              <a:uFillTx/>
              <a:latin typeface="Bosch Office Sans"/>
              <a:ea typeface="+mn-ea"/>
              <a:cs typeface="+mn-cs"/>
            </a:endParaRPr>
          </a:p>
        </p:txBody>
      </p:sp>
      <p:sp>
        <p:nvSpPr>
          <p:cNvPr id="18" name="Rectangle: Rounded Corners 17">
            <a:extLst>
              <a:ext uri="{FF2B5EF4-FFF2-40B4-BE49-F238E27FC236}">
                <a16:creationId xmlns:a16="http://schemas.microsoft.com/office/drawing/2014/main" id="{3F4A31EA-F4EE-0907-3AD1-48D2F0F4E442}"/>
              </a:ext>
            </a:extLst>
          </p:cNvPr>
          <p:cNvSpPr/>
          <p:nvPr/>
        </p:nvSpPr>
        <p:spPr>
          <a:xfrm>
            <a:off x="8314355" y="3081361"/>
            <a:ext cx="2315981" cy="344773"/>
          </a:xfrm>
          <a:prstGeom prst="roundRect">
            <a:avLst/>
          </a:prstGeom>
          <a:solidFill>
            <a:srgbClr val="67176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r>
              <a:rPr kumimoji="0" lang="de-DE" sz="1800" b="0" i="0" u="none" strike="noStrike" kern="0" cap="none" spc="0" normalizeH="0" baseline="0" noProof="0" dirty="0">
                <a:ln>
                  <a:noFill/>
                </a:ln>
                <a:solidFill>
                  <a:schemeClr val="bg1"/>
                </a:solidFill>
                <a:effectLst/>
                <a:uLnTx/>
                <a:uFillTx/>
                <a:latin typeface="Bosch Office Sans"/>
                <a:ea typeface="+mn-ea"/>
                <a:cs typeface="+mn-cs"/>
              </a:rPr>
              <a:t>Lasso</a:t>
            </a:r>
            <a:endParaRPr kumimoji="0" lang="en-US" sz="1800" b="0" i="0" u="none" strike="noStrike" kern="0" cap="none" spc="0" normalizeH="0" baseline="0" noProof="0" dirty="0">
              <a:ln>
                <a:noFill/>
              </a:ln>
              <a:solidFill>
                <a:schemeClr val="bg1"/>
              </a:solidFill>
              <a:effectLst/>
              <a:uLnTx/>
              <a:uFillTx/>
              <a:latin typeface="Bosch Office Sans"/>
              <a:ea typeface="+mn-ea"/>
              <a:cs typeface="+mn-cs"/>
            </a:endParaRPr>
          </a:p>
        </p:txBody>
      </p:sp>
      <p:sp>
        <p:nvSpPr>
          <p:cNvPr id="19" name="Rectangle: Rounded Corners 18">
            <a:extLst>
              <a:ext uri="{FF2B5EF4-FFF2-40B4-BE49-F238E27FC236}">
                <a16:creationId xmlns:a16="http://schemas.microsoft.com/office/drawing/2014/main" id="{E24C1FA7-225B-2E91-0A26-C176738C8D5A}"/>
              </a:ext>
            </a:extLst>
          </p:cNvPr>
          <p:cNvSpPr/>
          <p:nvPr/>
        </p:nvSpPr>
        <p:spPr>
          <a:xfrm>
            <a:off x="6511505" y="3718637"/>
            <a:ext cx="2560870" cy="706200"/>
          </a:xfrm>
          <a:prstGeom prst="roundRect">
            <a:avLst>
              <a:gd name="adj" fmla="val 8657"/>
            </a:avLst>
          </a:prstGeom>
          <a:solidFill>
            <a:srgbClr val="DEE0E3"/>
          </a:solidFill>
          <a:ln w="952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AT" sz="1800" b="0" i="0" u="none" strike="noStrike" kern="0" cap="none" spc="0" normalizeH="0" baseline="0" noProof="0">
              <a:ln>
                <a:noFill/>
              </a:ln>
              <a:solidFill>
                <a:srgbClr val="000000"/>
              </a:solidFill>
              <a:effectLst/>
              <a:uLnTx/>
              <a:uFillTx/>
              <a:latin typeface="Bosch Office Sans"/>
              <a:ea typeface="+mn-ea"/>
              <a:cs typeface="+mn-cs"/>
            </a:endParaRPr>
          </a:p>
        </p:txBody>
      </p:sp>
      <p:sp>
        <p:nvSpPr>
          <p:cNvPr id="20" name="Rectangle: Rounded Corners 19">
            <a:extLst>
              <a:ext uri="{FF2B5EF4-FFF2-40B4-BE49-F238E27FC236}">
                <a16:creationId xmlns:a16="http://schemas.microsoft.com/office/drawing/2014/main" id="{7800AAD6-F2A4-840A-BAC7-C0319E88B3F9}"/>
              </a:ext>
            </a:extLst>
          </p:cNvPr>
          <p:cNvSpPr/>
          <p:nvPr/>
        </p:nvSpPr>
        <p:spPr>
          <a:xfrm>
            <a:off x="6633529" y="3900181"/>
            <a:ext cx="2315981" cy="344773"/>
          </a:xfrm>
          <a:prstGeom prst="roundRect">
            <a:avLst/>
          </a:prstGeom>
          <a:solidFill>
            <a:srgbClr val="67176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r>
              <a:rPr lang="de-AT" kern="0">
                <a:solidFill>
                  <a:schemeClr val="bg1"/>
                </a:solidFill>
                <a:latin typeface="Bosch Office Sans"/>
              </a:rPr>
              <a:t>Gradient Boosting</a:t>
            </a:r>
            <a:endParaRPr kumimoji="0" lang="en-US" sz="1800" b="0" i="0" u="none" strike="noStrike" kern="0" cap="none" spc="0" normalizeH="0" baseline="0" noProof="0" dirty="0">
              <a:ln>
                <a:noFill/>
              </a:ln>
              <a:solidFill>
                <a:schemeClr val="bg1"/>
              </a:solidFill>
              <a:effectLst/>
              <a:uLnTx/>
              <a:uFillTx/>
              <a:latin typeface="Bosch Office Sans"/>
              <a:ea typeface="+mn-ea"/>
              <a:cs typeface="+mn-cs"/>
            </a:endParaRPr>
          </a:p>
        </p:txBody>
      </p:sp>
      <p:sp>
        <p:nvSpPr>
          <p:cNvPr id="23" name="Rectangle: Rounded Corners 22">
            <a:extLst>
              <a:ext uri="{FF2B5EF4-FFF2-40B4-BE49-F238E27FC236}">
                <a16:creationId xmlns:a16="http://schemas.microsoft.com/office/drawing/2014/main" id="{0EA46B4D-52FB-DAD3-1A70-931BA64BC3BE}"/>
              </a:ext>
            </a:extLst>
          </p:cNvPr>
          <p:cNvSpPr/>
          <p:nvPr/>
        </p:nvSpPr>
        <p:spPr>
          <a:xfrm>
            <a:off x="7500912" y="4620483"/>
            <a:ext cx="2560870" cy="706200"/>
          </a:xfrm>
          <a:prstGeom prst="roundRect">
            <a:avLst>
              <a:gd name="adj" fmla="val 8657"/>
            </a:avLst>
          </a:prstGeom>
          <a:solidFill>
            <a:srgbClr val="DEE0E3"/>
          </a:solidFill>
          <a:ln w="952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AT" sz="1800" b="0" i="0" u="none" strike="noStrike" kern="0" cap="none" spc="0" normalizeH="0" baseline="0" noProof="0">
              <a:ln>
                <a:noFill/>
              </a:ln>
              <a:solidFill>
                <a:srgbClr val="000000"/>
              </a:solidFill>
              <a:effectLst/>
              <a:uLnTx/>
              <a:uFillTx/>
              <a:latin typeface="Bosch Office Sans"/>
              <a:ea typeface="+mn-ea"/>
              <a:cs typeface="+mn-cs"/>
            </a:endParaRPr>
          </a:p>
        </p:txBody>
      </p:sp>
      <p:sp>
        <p:nvSpPr>
          <p:cNvPr id="24" name="Rectangle: Rounded Corners 23">
            <a:extLst>
              <a:ext uri="{FF2B5EF4-FFF2-40B4-BE49-F238E27FC236}">
                <a16:creationId xmlns:a16="http://schemas.microsoft.com/office/drawing/2014/main" id="{49055292-8E23-826F-A12B-DBD85825F2AC}"/>
              </a:ext>
            </a:extLst>
          </p:cNvPr>
          <p:cNvSpPr/>
          <p:nvPr/>
        </p:nvSpPr>
        <p:spPr>
          <a:xfrm>
            <a:off x="7623356" y="4727327"/>
            <a:ext cx="2315981" cy="344773"/>
          </a:xfrm>
          <a:prstGeom prst="roundRect">
            <a:avLst/>
          </a:prstGeom>
          <a:solidFill>
            <a:srgbClr val="671761"/>
          </a:solidFill>
          <a:ln w="9525" cap="flat" cmpd="sng" algn="ctr">
            <a:noFill/>
            <a:prstDash val="solid"/>
          </a:ln>
          <a:effectLst/>
        </p:spPr>
        <p:txBody>
          <a:bodyPr rtlCol="0" anchor="ctr"/>
          <a:lstStyle/>
          <a:p>
            <a:pPr algn="ctr" fontAlgn="auto">
              <a:spcBef>
                <a:spcPts val="0"/>
              </a:spcBef>
              <a:spcAft>
                <a:spcPts val="0"/>
              </a:spcAft>
            </a:pPr>
            <a:r>
              <a:rPr lang="de-AT" kern="0" dirty="0">
                <a:solidFill>
                  <a:schemeClr val="bg1"/>
                </a:solidFill>
                <a:latin typeface="Bosch Office Sans"/>
              </a:rPr>
              <a:t>Random Forest</a:t>
            </a:r>
            <a:endParaRPr lang="en-US" kern="0" dirty="0">
              <a:solidFill>
                <a:schemeClr val="bg1"/>
              </a:solidFill>
              <a:latin typeface="Bosch Office Sans"/>
            </a:endParaRPr>
          </a:p>
        </p:txBody>
      </p:sp>
      <p:cxnSp>
        <p:nvCxnSpPr>
          <p:cNvPr id="26" name="Connector: Elbow 25">
            <a:extLst>
              <a:ext uri="{FF2B5EF4-FFF2-40B4-BE49-F238E27FC236}">
                <a16:creationId xmlns:a16="http://schemas.microsoft.com/office/drawing/2014/main" id="{5907B027-478D-4A49-7ABF-ECCF675238A7}"/>
              </a:ext>
            </a:extLst>
          </p:cNvPr>
          <p:cNvCxnSpPr>
            <a:stCxn id="12" idx="2"/>
            <a:endCxn id="17" idx="0"/>
          </p:cNvCxnSpPr>
          <p:nvPr/>
        </p:nvCxnSpPr>
        <p:spPr>
          <a:xfrm rot="16200000" flipH="1">
            <a:off x="8623692" y="2050742"/>
            <a:ext cx="234507" cy="1463642"/>
          </a:xfrm>
          <a:prstGeom prst="bentConnector3">
            <a:avLst/>
          </a:prstGeom>
          <a:ln>
            <a:solidFill>
              <a:srgbClr val="67176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D22043C2-9AD4-528C-BD8A-2FB89D34D555}"/>
              </a:ext>
            </a:extLst>
          </p:cNvPr>
          <p:cNvCxnSpPr>
            <a:cxnSpLocks/>
            <a:stCxn id="12" idx="2"/>
            <a:endCxn id="19" idx="0"/>
          </p:cNvCxnSpPr>
          <p:nvPr/>
        </p:nvCxnSpPr>
        <p:spPr>
          <a:xfrm rot="5400000">
            <a:off x="7373869" y="3083381"/>
            <a:ext cx="1053327" cy="217184"/>
          </a:xfrm>
          <a:prstGeom prst="bentConnector3">
            <a:avLst>
              <a:gd name="adj1" fmla="val 19403"/>
            </a:avLst>
          </a:prstGeom>
          <a:ln>
            <a:solidFill>
              <a:srgbClr val="67176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1CD929F2-FBFB-610A-A4E5-B6EBF6A527C2}"/>
              </a:ext>
            </a:extLst>
          </p:cNvPr>
          <p:cNvCxnSpPr>
            <a:cxnSpLocks/>
            <a:stCxn id="19" idx="2"/>
            <a:endCxn id="23" idx="0"/>
          </p:cNvCxnSpPr>
          <p:nvPr/>
        </p:nvCxnSpPr>
        <p:spPr>
          <a:xfrm rot="16200000" flipH="1">
            <a:off x="8188820" y="4027956"/>
            <a:ext cx="195646" cy="989407"/>
          </a:xfrm>
          <a:prstGeom prst="bentConnector3">
            <a:avLst>
              <a:gd name="adj1" fmla="val 50000"/>
            </a:avLst>
          </a:prstGeom>
          <a:ln>
            <a:solidFill>
              <a:srgbClr val="671761"/>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217E8ACF-C62C-A272-68E4-1C14D4F5E35E}"/>
              </a:ext>
            </a:extLst>
          </p:cNvPr>
          <p:cNvSpPr txBox="1"/>
          <p:nvPr/>
        </p:nvSpPr>
        <p:spPr>
          <a:xfrm>
            <a:off x="5852752" y="1466996"/>
            <a:ext cx="5003997" cy="338554"/>
          </a:xfrm>
          <a:prstGeom prst="rect">
            <a:avLst/>
          </a:prstGeom>
          <a:noFill/>
        </p:spPr>
        <p:txBody>
          <a:bodyPr wrap="square">
            <a:spAutoFit/>
          </a:bodyPr>
          <a:lstStyle/>
          <a:p>
            <a:r>
              <a:rPr lang="de-AT" sz="1600" kern="0" dirty="0" err="1">
                <a:solidFill>
                  <a:srgbClr val="000000"/>
                </a:solidFill>
              </a:rPr>
              <a:t>Trained</a:t>
            </a:r>
            <a:r>
              <a:rPr lang="de-AT" sz="1600" kern="0" dirty="0">
                <a:solidFill>
                  <a:srgbClr val="000000"/>
                </a:solidFill>
              </a:rPr>
              <a:t> </a:t>
            </a:r>
            <a:r>
              <a:rPr lang="de-AT" sz="1600" kern="0" dirty="0" err="1">
                <a:solidFill>
                  <a:srgbClr val="000000"/>
                </a:solidFill>
              </a:rPr>
              <a:t>models</a:t>
            </a:r>
            <a:r>
              <a:rPr lang="de-AT" sz="1600" kern="0" dirty="0">
                <a:solidFill>
                  <a:srgbClr val="000000"/>
                </a:solidFill>
              </a:rPr>
              <a:t>:</a:t>
            </a:r>
            <a:endParaRPr lang="en-US" sz="1600" dirty="0"/>
          </a:p>
        </p:txBody>
      </p:sp>
      <p:sp>
        <p:nvSpPr>
          <p:cNvPr id="45" name="TextBox 44">
            <a:extLst>
              <a:ext uri="{FF2B5EF4-FFF2-40B4-BE49-F238E27FC236}">
                <a16:creationId xmlns:a16="http://schemas.microsoft.com/office/drawing/2014/main" id="{E43EA328-EDAE-D00E-CF9D-FA00118C4CEE}"/>
              </a:ext>
            </a:extLst>
          </p:cNvPr>
          <p:cNvSpPr txBox="1"/>
          <p:nvPr/>
        </p:nvSpPr>
        <p:spPr>
          <a:xfrm>
            <a:off x="371914" y="1490053"/>
            <a:ext cx="5729990" cy="4231928"/>
          </a:xfrm>
          <a:prstGeom prst="rect">
            <a:avLst/>
          </a:prstGeom>
          <a:noFill/>
        </p:spPr>
        <p:txBody>
          <a:bodyPr wrap="square">
            <a:spAutoFit/>
          </a:bodyPr>
          <a:lstStyle/>
          <a:p>
            <a:r>
              <a:rPr lang="de-AT" sz="900" b="1" kern="0" dirty="0">
                <a:solidFill>
                  <a:srgbClr val="000000"/>
                </a:solidFill>
              </a:rPr>
              <a:t>The </a:t>
            </a:r>
            <a:r>
              <a:rPr lang="de-AT" sz="900" b="1" kern="0" dirty="0" err="1">
                <a:solidFill>
                  <a:srgbClr val="000000"/>
                </a:solidFill>
              </a:rPr>
              <a:t>main</a:t>
            </a:r>
            <a:r>
              <a:rPr lang="de-AT" sz="900" b="1" kern="0" dirty="0">
                <a:solidFill>
                  <a:srgbClr val="000000"/>
                </a:solidFill>
              </a:rPr>
              <a:t> </a:t>
            </a:r>
            <a:r>
              <a:rPr lang="de-AT" sz="900" b="1" kern="0" dirty="0" err="1">
                <a:solidFill>
                  <a:srgbClr val="000000"/>
                </a:solidFill>
              </a:rPr>
              <a:t>steps</a:t>
            </a:r>
            <a:r>
              <a:rPr lang="de-AT" sz="900" b="1" kern="0" dirty="0">
                <a:solidFill>
                  <a:srgbClr val="000000"/>
                </a:solidFill>
              </a:rPr>
              <a:t> </a:t>
            </a:r>
            <a:r>
              <a:rPr lang="de-AT" sz="900" b="1" kern="0" dirty="0" err="1">
                <a:solidFill>
                  <a:srgbClr val="000000"/>
                </a:solidFill>
              </a:rPr>
              <a:t>during</a:t>
            </a:r>
            <a:r>
              <a:rPr lang="de-AT" sz="900" b="1" kern="0" dirty="0">
                <a:solidFill>
                  <a:srgbClr val="000000"/>
                </a:solidFill>
              </a:rPr>
              <a:t> </a:t>
            </a:r>
            <a:r>
              <a:rPr lang="de-AT" sz="900" b="1" kern="0" dirty="0" err="1">
                <a:solidFill>
                  <a:srgbClr val="000000"/>
                </a:solidFill>
              </a:rPr>
              <a:t>my</a:t>
            </a:r>
            <a:r>
              <a:rPr lang="de-AT" sz="900" b="1" kern="0" dirty="0">
                <a:solidFill>
                  <a:srgbClr val="000000"/>
                </a:solidFill>
              </a:rPr>
              <a:t> </a:t>
            </a:r>
            <a:r>
              <a:rPr lang="de-AT" sz="900" b="1" kern="0" dirty="0" err="1">
                <a:solidFill>
                  <a:srgbClr val="000000"/>
                </a:solidFill>
              </a:rPr>
              <a:t>projects</a:t>
            </a:r>
            <a:r>
              <a:rPr lang="de-AT" sz="900" b="1" kern="0" dirty="0">
                <a:solidFill>
                  <a:srgbClr val="000000"/>
                </a:solidFill>
              </a:rPr>
              <a:t> </a:t>
            </a:r>
            <a:r>
              <a:rPr lang="de-AT" sz="900" b="1" kern="0" dirty="0" err="1">
                <a:solidFill>
                  <a:srgbClr val="000000"/>
                </a:solidFill>
              </a:rPr>
              <a:t>were</a:t>
            </a:r>
            <a:r>
              <a:rPr lang="de-AT" sz="900" b="1" kern="0" dirty="0">
                <a:solidFill>
                  <a:srgbClr val="000000"/>
                </a:solidFill>
              </a:rPr>
              <a:t>:</a:t>
            </a:r>
          </a:p>
          <a:p>
            <a:endParaRPr lang="de-AT" sz="900" b="1" kern="0" dirty="0">
              <a:solidFill>
                <a:srgbClr val="000000"/>
              </a:solidFill>
            </a:endParaRPr>
          </a:p>
          <a:p>
            <a:pPr marL="228600" indent="-228600">
              <a:buAutoNum type="arabicPeriod"/>
            </a:pPr>
            <a:r>
              <a:rPr lang="en-US" sz="900" b="1" dirty="0"/>
              <a:t>Data analysis</a:t>
            </a:r>
          </a:p>
          <a:p>
            <a:r>
              <a:rPr lang="en-US" sz="900" dirty="0"/>
              <a:t>• Inspected sensor </a:t>
            </a:r>
            <a:r>
              <a:rPr lang="en-US" sz="900" dirty="0" err="1"/>
              <a:t>behaviour</a:t>
            </a:r>
            <a:r>
              <a:rPr lang="en-US" sz="900" dirty="0"/>
              <a:t> and cycle progression to understand degradation patterns.</a:t>
            </a:r>
          </a:p>
          <a:p>
            <a:pPr marL="228600" indent="-228600">
              <a:buAutoNum type="arabicPeriod"/>
            </a:pPr>
            <a:endParaRPr lang="en-US" sz="900" dirty="0"/>
          </a:p>
          <a:p>
            <a:r>
              <a:rPr lang="en-US" sz="900" b="1" dirty="0"/>
              <a:t>2. Removing non-informative sensors</a:t>
            </a:r>
            <a:br>
              <a:rPr lang="en-US" sz="900" dirty="0"/>
            </a:br>
            <a:r>
              <a:rPr lang="en-US" sz="900" dirty="0"/>
              <a:t>• </a:t>
            </a:r>
            <a:r>
              <a:rPr lang="en-US" sz="900" dirty="0">
                <a:highlight>
                  <a:srgbClr val="FFFF00"/>
                </a:highlight>
              </a:rPr>
              <a:t>Dropped sensors/settings with </a:t>
            </a:r>
            <a:r>
              <a:rPr lang="en-US" sz="900" b="1" dirty="0">
                <a:highlight>
                  <a:srgbClr val="FFFF00"/>
                </a:highlight>
              </a:rPr>
              <a:t>zero variance</a:t>
            </a:r>
            <a:r>
              <a:rPr lang="en-US" sz="900" dirty="0"/>
              <a:t>, avoiding noise and improving model stability.</a:t>
            </a:r>
          </a:p>
          <a:p>
            <a:endParaRPr lang="en-US" sz="900" dirty="0"/>
          </a:p>
          <a:p>
            <a:r>
              <a:rPr lang="en-US" sz="900" b="1" dirty="0"/>
              <a:t>3. Feature extraction (mean, std, min, max)</a:t>
            </a:r>
            <a:br>
              <a:rPr lang="en-US" sz="900" dirty="0"/>
            </a:br>
            <a:r>
              <a:rPr lang="en-US" sz="900" dirty="0"/>
              <a:t>• Created compact per-engine </a:t>
            </a:r>
            <a:r>
              <a:rPr lang="en-US" sz="900" dirty="0">
                <a:highlight>
                  <a:srgbClr val="FFFF00"/>
                </a:highlight>
              </a:rPr>
              <a:t>summaries</a:t>
            </a:r>
            <a:r>
              <a:rPr lang="en-US" sz="900" dirty="0"/>
              <a:t> so models see the </a:t>
            </a:r>
            <a:r>
              <a:rPr lang="en-US" sz="900" b="1" dirty="0"/>
              <a:t>overall </a:t>
            </a:r>
            <a:r>
              <a:rPr lang="en-US" sz="900" b="1" dirty="0" err="1"/>
              <a:t>behaviour</a:t>
            </a:r>
            <a:r>
              <a:rPr lang="en-US" sz="900" dirty="0"/>
              <a:t>, not raw time-steps.</a:t>
            </a:r>
          </a:p>
          <a:p>
            <a:endParaRPr lang="en-US" sz="900" dirty="0"/>
          </a:p>
          <a:p>
            <a:r>
              <a:rPr lang="en-US" sz="900" b="1" dirty="0"/>
              <a:t>4. Trend creation (slopes, ranges, delta-from-mean)</a:t>
            </a:r>
            <a:br>
              <a:rPr lang="en-US" sz="900" dirty="0"/>
            </a:br>
            <a:r>
              <a:rPr lang="en-US" sz="900" dirty="0"/>
              <a:t>• Captured </a:t>
            </a:r>
            <a:r>
              <a:rPr lang="en-US" sz="900" b="1" dirty="0"/>
              <a:t>how sensors change over time</a:t>
            </a:r>
            <a:r>
              <a:rPr lang="en-US" sz="900" dirty="0"/>
              <a:t> — critical because degradation is a </a:t>
            </a:r>
            <a:r>
              <a:rPr lang="en-US" sz="900" i="1" dirty="0"/>
              <a:t>directional</a:t>
            </a:r>
            <a:r>
              <a:rPr lang="en-US" sz="900" dirty="0"/>
              <a:t> process.</a:t>
            </a:r>
          </a:p>
          <a:p>
            <a:endParaRPr lang="en-US" sz="900" dirty="0"/>
          </a:p>
          <a:p>
            <a:r>
              <a:rPr lang="en-US" sz="900" b="1" dirty="0"/>
              <a:t>5. Train/validation split by engine</a:t>
            </a:r>
            <a:br>
              <a:rPr lang="en-US" sz="900" dirty="0"/>
            </a:br>
            <a:r>
              <a:rPr lang="en-US" sz="900" dirty="0"/>
              <a:t>• Ensured evaluation is fair by using engines the model has </a:t>
            </a:r>
            <a:r>
              <a:rPr lang="en-US" sz="900" b="1" dirty="0"/>
              <a:t>never seen</a:t>
            </a:r>
            <a:r>
              <a:rPr lang="en-US" sz="900" dirty="0"/>
              <a:t> (avoids time-series leakage).</a:t>
            </a:r>
          </a:p>
          <a:p>
            <a:endParaRPr lang="en-US" sz="900" dirty="0"/>
          </a:p>
          <a:p>
            <a:r>
              <a:rPr lang="en-US" sz="900" b="1" dirty="0"/>
              <a:t>6. Model training</a:t>
            </a:r>
            <a:br>
              <a:rPr lang="en-US" sz="900" dirty="0"/>
            </a:br>
            <a:r>
              <a:rPr lang="en-US" sz="900" dirty="0"/>
              <a:t>• Compared linear and tree-based models to understand how each handles </a:t>
            </a:r>
            <a:r>
              <a:rPr lang="en-US" sz="900" dirty="0">
                <a:highlight>
                  <a:srgbClr val="FFFF00"/>
                </a:highlight>
              </a:rPr>
              <a:t>nonlinearity and collinearity</a:t>
            </a:r>
            <a:r>
              <a:rPr lang="en-US" sz="900" dirty="0"/>
              <a:t>.</a:t>
            </a:r>
          </a:p>
          <a:p>
            <a:endParaRPr lang="en-US" sz="900" dirty="0"/>
          </a:p>
          <a:p>
            <a:r>
              <a:rPr lang="en-US" sz="900" b="1" dirty="0"/>
              <a:t>7. Lifespan prediction → RUL computation</a:t>
            </a:r>
            <a:br>
              <a:rPr lang="en-US" sz="900" dirty="0"/>
            </a:br>
            <a:r>
              <a:rPr lang="en-US" sz="900" dirty="0"/>
              <a:t>• Predicted total engine lifespan, then converted to RUL using:</a:t>
            </a:r>
            <a:br>
              <a:rPr lang="en-US" sz="900" dirty="0"/>
            </a:br>
            <a:r>
              <a:rPr lang="en-US" sz="900" b="1" dirty="0">
                <a:highlight>
                  <a:srgbClr val="FFFF00"/>
                </a:highlight>
              </a:rPr>
              <a:t>RUL = </a:t>
            </a:r>
            <a:r>
              <a:rPr lang="en-US" sz="900" b="1" dirty="0" err="1">
                <a:highlight>
                  <a:srgbClr val="FFFF00"/>
                </a:highlight>
              </a:rPr>
              <a:t>predicted_lifespan</a:t>
            </a:r>
            <a:r>
              <a:rPr lang="en-US" sz="900" b="1" dirty="0">
                <a:highlight>
                  <a:srgbClr val="FFFF00"/>
                </a:highlight>
              </a:rPr>
              <a:t> − </a:t>
            </a:r>
            <a:r>
              <a:rPr lang="en-US" sz="900" b="1" dirty="0" err="1">
                <a:highlight>
                  <a:srgbClr val="FFFF00"/>
                </a:highlight>
              </a:rPr>
              <a:t>current_cycle</a:t>
            </a:r>
            <a:endParaRPr lang="en-US" sz="900" b="1" dirty="0">
              <a:highlight>
                <a:srgbClr val="FFFF00"/>
              </a:highlight>
            </a:endParaRPr>
          </a:p>
          <a:p>
            <a:endParaRPr lang="en-US" sz="900" dirty="0"/>
          </a:p>
          <a:p>
            <a:r>
              <a:rPr lang="en-US" sz="900" b="1" dirty="0"/>
              <a:t>8. Model evaluation/comparison (RMSE: Root Mean Squared Error, MAE: Mean Absolute Error)</a:t>
            </a:r>
            <a:br>
              <a:rPr lang="en-US" sz="900" dirty="0"/>
            </a:br>
            <a:r>
              <a:rPr lang="en-US" sz="900" dirty="0"/>
              <a:t>• Used RMSE/MAE to measure error size — RMSE penalizes large mistakes, making it ideal for RUL tasks.</a:t>
            </a:r>
          </a:p>
          <a:p>
            <a:endParaRPr lang="en-US" sz="900" dirty="0"/>
          </a:p>
          <a:p>
            <a:r>
              <a:rPr lang="en-US" sz="900" b="1" dirty="0"/>
              <a:t>9. Hyperparameter tuning</a:t>
            </a:r>
            <a:br>
              <a:rPr lang="en-US" sz="900" dirty="0"/>
            </a:br>
            <a:r>
              <a:rPr lang="en-US" sz="900" dirty="0"/>
              <a:t>• Improved Random Forest &amp; GB performance by adjusting tree depth, leaf size, number of estimators.</a:t>
            </a:r>
          </a:p>
          <a:p>
            <a:endParaRPr lang="de-AT" sz="800" b="1" kern="0" dirty="0">
              <a:solidFill>
                <a:srgbClr val="000000"/>
              </a:solidFill>
            </a:endParaRPr>
          </a:p>
        </p:txBody>
      </p:sp>
      <p:pic>
        <p:nvPicPr>
          <p:cNvPr id="15" name="Graphic 14">
            <a:extLst>
              <a:ext uri="{FF2B5EF4-FFF2-40B4-BE49-F238E27FC236}">
                <a16:creationId xmlns:a16="http://schemas.microsoft.com/office/drawing/2014/main" id="{45F51915-0BAE-3870-4708-AF452FCB7DA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26113" y="5310987"/>
            <a:ext cx="714357" cy="714125"/>
          </a:xfrm>
          <a:prstGeom prst="rect">
            <a:avLst/>
          </a:prstGeom>
        </p:spPr>
      </p:pic>
    </p:spTree>
    <p:extLst>
      <p:ext uri="{BB962C8B-B14F-4D97-AF65-F5344CB8AC3E}">
        <p14:creationId xmlns:p14="http://schemas.microsoft.com/office/powerpoint/2010/main" val="35112200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BCADF5-A84E-2718-C0EF-FDB0372C5B58}"/>
              </a:ext>
            </a:extLst>
          </p:cNvPr>
          <p:cNvSpPr>
            <a:spLocks noGrp="1"/>
          </p:cNvSpPr>
          <p:nvPr>
            <p:ph type="sldNum" sz="quarter" idx="12"/>
          </p:nvPr>
        </p:nvSpPr>
        <p:spPr/>
        <p:txBody>
          <a:bodyPr/>
          <a:lstStyle/>
          <a:p>
            <a:fld id="{4898AEC0-503E-4FA4-859C-D0F72D6E3F79}" type="slidenum">
              <a:rPr lang="en-US" noProof="1" smtClean="0"/>
              <a:pPr/>
              <a:t>6</a:t>
            </a:fld>
            <a:endParaRPr lang="en-US" noProof="1"/>
          </a:p>
        </p:txBody>
      </p:sp>
      <p:grpSp>
        <p:nvGrpSpPr>
          <p:cNvPr id="14" name="Gruppieren 13">
            <a:extLst>
              <a:ext uri="{FF2B5EF4-FFF2-40B4-BE49-F238E27FC236}">
                <a16:creationId xmlns:a16="http://schemas.microsoft.com/office/drawing/2014/main" id="{7297AC1C-DB9D-1049-304B-4E3379884AF4}"/>
              </a:ext>
            </a:extLst>
          </p:cNvPr>
          <p:cNvGrpSpPr/>
          <p:nvPr/>
        </p:nvGrpSpPr>
        <p:grpSpPr>
          <a:xfrm>
            <a:off x="213152" y="257175"/>
            <a:ext cx="10556447" cy="1155878"/>
            <a:chOff x="213152" y="257175"/>
            <a:chExt cx="10556447" cy="1155878"/>
          </a:xfrm>
        </p:grpSpPr>
        <p:sp>
          <p:nvSpPr>
            <p:cNvPr id="4" name="Rectangle: Rounded Corners 3">
              <a:extLst>
                <a:ext uri="{FF2B5EF4-FFF2-40B4-BE49-F238E27FC236}">
                  <a16:creationId xmlns:a16="http://schemas.microsoft.com/office/drawing/2014/main" id="{EFEEEAF2-F208-4A50-2730-10FCD7E182EB}"/>
                </a:ext>
              </a:extLst>
            </p:cNvPr>
            <p:cNvSpPr/>
            <p:nvPr/>
          </p:nvSpPr>
          <p:spPr>
            <a:xfrm>
              <a:off x="213152" y="257175"/>
              <a:ext cx="10556447" cy="1155878"/>
            </a:xfrm>
            <a:prstGeom prst="roundRect">
              <a:avLst>
                <a:gd name="adj" fmla="val 50000"/>
              </a:avLst>
            </a:prstGeom>
            <a:solidFill>
              <a:srgbClr val="DEE0E3"/>
            </a:solidFill>
            <a:ln w="952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AT" sz="1800" b="0" i="0" u="none" strike="noStrike" kern="0" cap="none" spc="0" normalizeH="0" baseline="0" noProof="0">
                <a:ln>
                  <a:noFill/>
                </a:ln>
                <a:solidFill>
                  <a:srgbClr val="000000"/>
                </a:solidFill>
                <a:effectLst/>
                <a:uLnTx/>
                <a:uFillTx/>
                <a:latin typeface="Bosch Office Sans"/>
                <a:ea typeface="+mn-ea"/>
                <a:cs typeface="+mn-cs"/>
              </a:endParaRPr>
            </a:p>
          </p:txBody>
        </p:sp>
        <p:sp>
          <p:nvSpPr>
            <p:cNvPr id="6" name="Textplatzhalter 6">
              <a:extLst>
                <a:ext uri="{FF2B5EF4-FFF2-40B4-BE49-F238E27FC236}">
                  <a16:creationId xmlns:a16="http://schemas.microsoft.com/office/drawing/2014/main" id="{07C8BB9C-A7DC-AEE4-1830-5995D67652FE}"/>
                </a:ext>
              </a:extLst>
            </p:cNvPr>
            <p:cNvSpPr txBox="1">
              <a:spLocks/>
            </p:cNvSpPr>
            <p:nvPr/>
          </p:nvSpPr>
          <p:spPr>
            <a:xfrm>
              <a:off x="414678" y="465782"/>
              <a:ext cx="772223" cy="738664"/>
            </a:xfrm>
            <a:prstGeom prst="rect">
              <a:avLst/>
            </a:prstGeom>
          </p:spPr>
          <p:txBody>
            <a:bodyPr wrap="square" lIns="0" tIns="0" rIns="0" b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ct val="0"/>
                </a:spcAft>
                <a:buClrTx/>
                <a:buSzTx/>
                <a:buFont typeface="Arial" panose="020B0604020202020204" pitchFamily="34" charset="0"/>
                <a:buNone/>
                <a:tabLst/>
                <a:defRPr/>
              </a:pPr>
              <a:r>
                <a:rPr kumimoji="0" lang="en-GB" sz="4800" b="1" i="0" u="none" strike="noStrike" kern="1200" cap="none" spc="0" normalizeH="0" baseline="0" noProof="0" dirty="0">
                  <a:ln>
                    <a:noFill/>
                  </a:ln>
                  <a:solidFill>
                    <a:srgbClr val="671761"/>
                  </a:solidFill>
                  <a:effectLst/>
                  <a:uLnTx/>
                  <a:uFillTx/>
                  <a:latin typeface="Bosch Sans" panose="020B0604020202020204" pitchFamily="34" charset="0"/>
                  <a:ea typeface="+mn-ea"/>
                  <a:cs typeface="+mn-cs"/>
                </a:rPr>
                <a:t>05</a:t>
              </a:r>
            </a:p>
          </p:txBody>
        </p:sp>
        <p:pic>
          <p:nvPicPr>
            <p:cNvPr id="3" name="Picture 7">
              <a:extLst>
                <a:ext uri="{FF2B5EF4-FFF2-40B4-BE49-F238E27FC236}">
                  <a16:creationId xmlns:a16="http://schemas.microsoft.com/office/drawing/2014/main" id="{4C89911E-1BB0-0322-C4A5-53DB337A62B7}"/>
                </a:ext>
              </a:extLst>
            </p:cNvPr>
            <p:cNvPicPr>
              <a:picLocks noChangeAspect="1"/>
            </p:cNvPicPr>
            <p:nvPr/>
          </p:nvPicPr>
          <p:blipFill rotWithShape="1">
            <a:blip r:embed="rId3">
              <a:extLst>
                <a:ext uri="{28A0092B-C50C-407E-A947-70E740481C1C}">
                  <a14:useLocalDpi xmlns:a14="http://schemas.microsoft.com/office/drawing/2010/main" val="0"/>
                </a:ext>
              </a:extLst>
            </a:blip>
            <a:srcRect l="9987" t="5964" r="3780" b="3911"/>
            <a:stretch/>
          </p:blipFill>
          <p:spPr>
            <a:xfrm>
              <a:off x="9720985" y="371910"/>
              <a:ext cx="927673" cy="926407"/>
            </a:xfrm>
            <a:prstGeom prst="rect">
              <a:avLst/>
            </a:prstGeom>
          </p:spPr>
        </p:pic>
        <p:sp>
          <p:nvSpPr>
            <p:cNvPr id="10" name="Textfeld 9">
              <a:extLst>
                <a:ext uri="{FF2B5EF4-FFF2-40B4-BE49-F238E27FC236}">
                  <a16:creationId xmlns:a16="http://schemas.microsoft.com/office/drawing/2014/main" id="{B7516AB6-85BB-BADC-9D88-5691AE283CEF}"/>
                </a:ext>
              </a:extLst>
            </p:cNvPr>
            <p:cNvSpPr txBox="1"/>
            <p:nvPr/>
          </p:nvSpPr>
          <p:spPr>
            <a:xfrm>
              <a:off x="1517442" y="392878"/>
              <a:ext cx="7868781" cy="400110"/>
            </a:xfrm>
            <a:prstGeom prst="rect">
              <a:avLst/>
            </a:prstGeom>
            <a:noFill/>
          </p:spPr>
          <p:txBody>
            <a:bodyPr wrap="square" lIns="0" tIns="0" rIns="0" bIns="0" rtlCol="0">
              <a:spAutoFit/>
            </a:bodyPr>
            <a:lstStyle/>
            <a:p>
              <a:pPr marR="0" algn="l" defTabSz="914400" eaLnBrk="1" fontAlgn="auto" latinLnBrk="0" hangingPunct="1">
                <a:spcBef>
                  <a:spcPts val="500"/>
                </a:spcBef>
                <a:spcAft>
                  <a:spcPts val="0"/>
                </a:spcAft>
                <a:buClrTx/>
                <a:buSzTx/>
                <a:buFontTx/>
                <a:buNone/>
                <a:tabLst/>
              </a:pPr>
              <a:r>
                <a:rPr kumimoji="0" lang="en-GB" sz="2600" b="1" i="0" u="none" strike="noStrike" kern="0" cap="none" spc="0" normalizeH="0" baseline="0" noProof="0" dirty="0">
                  <a:ln>
                    <a:noFill/>
                  </a:ln>
                  <a:solidFill>
                    <a:srgbClr val="000000"/>
                  </a:solidFill>
                  <a:effectLst/>
                  <a:uLnTx/>
                  <a:uFillTx/>
                </a:rPr>
                <a:t>Project outcomes</a:t>
              </a:r>
            </a:p>
          </p:txBody>
        </p:sp>
        <p:sp>
          <p:nvSpPr>
            <p:cNvPr id="11" name="Textfeld 10">
              <a:extLst>
                <a:ext uri="{FF2B5EF4-FFF2-40B4-BE49-F238E27FC236}">
                  <a16:creationId xmlns:a16="http://schemas.microsoft.com/office/drawing/2014/main" id="{F5BD82EE-DA71-A30D-DA60-52BC33DA10F8}"/>
                </a:ext>
              </a:extLst>
            </p:cNvPr>
            <p:cNvSpPr txBox="1"/>
            <p:nvPr/>
          </p:nvSpPr>
          <p:spPr>
            <a:xfrm>
              <a:off x="1517443" y="928690"/>
              <a:ext cx="7868781" cy="338554"/>
            </a:xfrm>
            <a:prstGeom prst="rect">
              <a:avLst/>
            </a:prstGeom>
            <a:noFill/>
          </p:spPr>
          <p:txBody>
            <a:bodyPr wrap="square" lIns="0" tIns="0" rIns="0" bIns="0" rtlCol="0">
              <a:spAutoFit/>
            </a:bodyPr>
            <a:lstStyle/>
            <a:p>
              <a:pPr marR="0" algn="l" defTabSz="914400" eaLnBrk="1" fontAlgn="auto" latinLnBrk="0" hangingPunct="1">
                <a:spcBef>
                  <a:spcPts val="500"/>
                </a:spcBef>
                <a:spcAft>
                  <a:spcPts val="0"/>
                </a:spcAft>
                <a:buClrTx/>
                <a:buSzTx/>
                <a:buFontTx/>
                <a:buNone/>
                <a:tabLst/>
              </a:pPr>
              <a:r>
                <a:rPr kumimoji="0" lang="en-GB" sz="2200" i="0" u="none" strike="noStrike" kern="0" cap="none" spc="0" normalizeH="0" baseline="0" noProof="0" dirty="0">
                  <a:ln>
                    <a:noFill/>
                  </a:ln>
                  <a:solidFill>
                    <a:srgbClr val="000000"/>
                  </a:solidFill>
                  <a:effectLst/>
                  <a:uLnTx/>
                  <a:uFillTx/>
                </a:rPr>
                <a:t>Results – Comparison – Learnings </a:t>
              </a:r>
            </a:p>
          </p:txBody>
        </p:sp>
      </p:grpSp>
      <p:sp>
        <p:nvSpPr>
          <p:cNvPr id="5" name="TextBox 4">
            <a:extLst>
              <a:ext uri="{FF2B5EF4-FFF2-40B4-BE49-F238E27FC236}">
                <a16:creationId xmlns:a16="http://schemas.microsoft.com/office/drawing/2014/main" id="{134D4A9D-CAFE-F251-B216-58B18E94BF19}"/>
              </a:ext>
            </a:extLst>
          </p:cNvPr>
          <p:cNvSpPr txBox="1"/>
          <p:nvPr/>
        </p:nvSpPr>
        <p:spPr>
          <a:xfrm>
            <a:off x="6938788" y="1618727"/>
            <a:ext cx="3581385" cy="3142167"/>
          </a:xfrm>
          <a:prstGeom prst="rect">
            <a:avLst/>
          </a:prstGeom>
          <a:noFill/>
        </p:spPr>
        <p:txBody>
          <a:bodyPr wrap="square" lIns="0" tIns="0" rIns="0" bIns="0" rtlCol="0">
            <a:noAutofit/>
          </a:bodyPr>
          <a:lstStyle/>
          <a:p>
            <a:pPr marR="0" algn="l" defTabSz="914400" eaLnBrk="1" fontAlgn="auto" latinLnBrk="0" hangingPunct="1">
              <a:spcBef>
                <a:spcPts val="500"/>
              </a:spcBef>
              <a:spcAft>
                <a:spcPts val="0"/>
              </a:spcAft>
              <a:buClrTx/>
              <a:buSzTx/>
              <a:buFontTx/>
              <a:buNone/>
              <a:tabLst/>
            </a:pPr>
            <a:r>
              <a:rPr kumimoji="0" lang="en-US" sz="1200" b="1" i="0" u="none" strike="noStrike" kern="0" cap="none" spc="0" normalizeH="0" baseline="0" noProof="0" dirty="0">
                <a:ln>
                  <a:noFill/>
                </a:ln>
                <a:solidFill>
                  <a:srgbClr val="FF0000"/>
                </a:solidFill>
                <a:effectLst/>
                <a:uLnTx/>
                <a:uFillTx/>
              </a:rPr>
              <a:t>Key Achievements</a:t>
            </a:r>
          </a:p>
          <a:p>
            <a:pPr marL="285750" marR="0" indent="-285750" algn="l" defTabSz="914400" eaLnBrk="1" fontAlgn="auto" latinLnBrk="0" hangingPunct="1">
              <a:spcBef>
                <a:spcPts val="500"/>
              </a:spcBef>
              <a:spcAft>
                <a:spcPts val="0"/>
              </a:spcAft>
              <a:buClrTx/>
              <a:buSzTx/>
              <a:buFont typeface="Wingdings" panose="05000000000000000000" pitchFamily="2" charset="2"/>
              <a:buChar char="ü"/>
              <a:tabLst/>
            </a:pPr>
            <a:r>
              <a:rPr kumimoji="0" lang="en-US" sz="1200" b="0" i="0" u="none" strike="noStrike" kern="0" cap="none" spc="0" normalizeH="0" baseline="0" noProof="0" dirty="0">
                <a:ln>
                  <a:noFill/>
                </a:ln>
                <a:solidFill>
                  <a:srgbClr val="000000"/>
                </a:solidFill>
                <a:effectLst/>
                <a:uLnTx/>
                <a:uFillTx/>
              </a:rPr>
              <a:t>Built </a:t>
            </a:r>
            <a:r>
              <a:rPr kumimoji="0" lang="en-US" sz="1200" b="0" i="0" u="none" strike="noStrike" kern="0" cap="none" spc="0" normalizeH="0" baseline="0" noProof="0" dirty="0" err="1">
                <a:ln>
                  <a:noFill/>
                </a:ln>
                <a:solidFill>
                  <a:srgbClr val="000000"/>
                </a:solidFill>
                <a:effectLst/>
                <a:uLnTx/>
                <a:uFillTx/>
              </a:rPr>
              <a:t>stabl</a:t>
            </a:r>
            <a:r>
              <a:rPr lang="en-US" sz="1200" kern="0" dirty="0">
                <a:solidFill>
                  <a:srgbClr val="000000"/>
                </a:solidFill>
              </a:rPr>
              <a:t>e per-engine feature approach</a:t>
            </a:r>
          </a:p>
          <a:p>
            <a:pPr marL="285750" marR="0" indent="-285750" algn="l" defTabSz="914400" eaLnBrk="1" fontAlgn="auto" latinLnBrk="0" hangingPunct="1">
              <a:spcBef>
                <a:spcPts val="500"/>
              </a:spcBef>
              <a:spcAft>
                <a:spcPts val="0"/>
              </a:spcAft>
              <a:buClrTx/>
              <a:buSzTx/>
              <a:buFont typeface="Wingdings" panose="05000000000000000000" pitchFamily="2" charset="2"/>
              <a:buChar char="ü"/>
              <a:tabLst/>
            </a:pPr>
            <a:r>
              <a:rPr kumimoji="0" lang="en-US" sz="1200" b="0" i="0" u="none" strike="noStrike" kern="0" cap="none" spc="0" normalizeH="0" baseline="0" noProof="0" dirty="0">
                <a:ln>
                  <a:noFill/>
                </a:ln>
                <a:solidFill>
                  <a:srgbClr val="000000"/>
                </a:solidFill>
                <a:effectLst/>
                <a:uLnTx/>
                <a:uFillTx/>
              </a:rPr>
              <a:t>RUL RMSE improved from ~ 32 -&gt; ~ 45 with realistic time-series-aware features</a:t>
            </a:r>
          </a:p>
          <a:p>
            <a:pPr marL="285750" marR="0" indent="-285750" algn="l" defTabSz="914400" eaLnBrk="1" fontAlgn="auto" latinLnBrk="0" hangingPunct="1">
              <a:spcBef>
                <a:spcPts val="500"/>
              </a:spcBef>
              <a:spcAft>
                <a:spcPts val="0"/>
              </a:spcAft>
              <a:buClrTx/>
              <a:buSzTx/>
              <a:buFont typeface="Wingdings" panose="05000000000000000000" pitchFamily="2" charset="2"/>
              <a:buChar char="ü"/>
              <a:tabLst/>
            </a:pPr>
            <a:endParaRPr kumimoji="0" lang="en-US" sz="1200" b="0" i="0" u="none" strike="noStrike" kern="0" cap="none" spc="0" normalizeH="0" baseline="0" noProof="0" dirty="0">
              <a:ln>
                <a:noFill/>
              </a:ln>
              <a:solidFill>
                <a:srgbClr val="000000"/>
              </a:solidFill>
              <a:effectLst/>
              <a:uLnTx/>
              <a:uFillTx/>
            </a:endParaRPr>
          </a:p>
          <a:p>
            <a:pPr marR="0" algn="l" defTabSz="914400" eaLnBrk="1" fontAlgn="auto" latinLnBrk="0" hangingPunct="1">
              <a:spcBef>
                <a:spcPts val="500"/>
              </a:spcBef>
              <a:spcAft>
                <a:spcPts val="0"/>
              </a:spcAft>
              <a:buClrTx/>
              <a:buSzTx/>
              <a:buFontTx/>
              <a:buNone/>
              <a:tabLst/>
            </a:pPr>
            <a:r>
              <a:rPr kumimoji="0" lang="en-US" sz="1200" b="1" i="0" u="none" strike="noStrike" kern="0" cap="none" spc="0" normalizeH="0" baseline="0" noProof="0" dirty="0">
                <a:ln>
                  <a:noFill/>
                </a:ln>
                <a:solidFill>
                  <a:srgbClr val="FF0000"/>
                </a:solidFill>
                <a:effectLst/>
                <a:uLnTx/>
                <a:uFillTx/>
              </a:rPr>
              <a:t>Key Learnings</a:t>
            </a:r>
            <a:endParaRPr lang="en-US" sz="1200" b="1" kern="0" dirty="0">
              <a:solidFill>
                <a:srgbClr val="FF0000"/>
              </a:solidFill>
            </a:endParaRPr>
          </a:p>
          <a:p>
            <a:pPr marR="0" algn="l" defTabSz="914400" eaLnBrk="1" fontAlgn="auto" latinLnBrk="0" hangingPunct="1">
              <a:spcBef>
                <a:spcPts val="500"/>
              </a:spcBef>
              <a:spcAft>
                <a:spcPts val="0"/>
              </a:spcAft>
              <a:buClrTx/>
              <a:buSzTx/>
              <a:buFontTx/>
              <a:buNone/>
              <a:tabLst/>
            </a:pPr>
            <a:endParaRPr kumimoji="0" lang="en-US" sz="1200" b="1" i="0" u="none" strike="noStrike" kern="0" cap="none" spc="0" normalizeH="0" baseline="0" noProof="0" dirty="0">
              <a:ln>
                <a:noFill/>
              </a:ln>
              <a:solidFill>
                <a:srgbClr val="000000"/>
              </a:solidFill>
              <a:effectLst/>
              <a:uLnTx/>
              <a:uFillTx/>
            </a:endParaRPr>
          </a:p>
          <a:p>
            <a:pPr marL="285750" lvl="0" indent="-285750" eaLnBrk="0" hangingPunct="0">
              <a:buFont typeface="Wingdings" panose="05000000000000000000" pitchFamily="2" charset="2"/>
              <a:buChar char="ü"/>
            </a:pPr>
            <a:r>
              <a:rPr lang="en-US" altLang="en-US" sz="1200" dirty="0">
                <a:latin typeface="Arial" panose="020B0604020202020204" pitchFamily="34" charset="0"/>
              </a:rPr>
              <a:t> Time-series dependence matters; naive row-wise models </a:t>
            </a:r>
            <a:r>
              <a:rPr lang="en-US" altLang="en-US" sz="1200" dirty="0">
                <a:highlight>
                  <a:srgbClr val="FFFF00"/>
                </a:highlight>
                <a:latin typeface="Arial" panose="020B0604020202020204" pitchFamily="34" charset="0"/>
              </a:rPr>
              <a:t>leak</a:t>
            </a:r>
            <a:r>
              <a:rPr lang="en-US" altLang="en-US" sz="1200" dirty="0">
                <a:latin typeface="Arial" panose="020B0604020202020204" pitchFamily="34" charset="0"/>
              </a:rPr>
              <a:t> information</a:t>
            </a:r>
          </a:p>
          <a:p>
            <a:pPr marL="285750" lvl="0" indent="-285750" eaLnBrk="0" hangingPunct="0">
              <a:buFont typeface="Wingdings" panose="05000000000000000000" pitchFamily="2" charset="2"/>
              <a:buChar char="ü"/>
            </a:pPr>
            <a:r>
              <a:rPr lang="en-US" altLang="en-US" sz="1200" dirty="0">
                <a:latin typeface="Arial" panose="020B0604020202020204" pitchFamily="34" charset="0"/>
              </a:rPr>
              <a:t> </a:t>
            </a:r>
            <a:r>
              <a:rPr lang="en-US" altLang="en-US" sz="1200" dirty="0">
                <a:highlight>
                  <a:srgbClr val="FFFF00"/>
                </a:highlight>
                <a:latin typeface="Arial" panose="020B0604020202020204" pitchFamily="34" charset="0"/>
              </a:rPr>
              <a:t>Sensor trends</a:t>
            </a:r>
            <a:r>
              <a:rPr lang="en-US" altLang="en-US" sz="1200" dirty="0">
                <a:latin typeface="Arial" panose="020B0604020202020204" pitchFamily="34" charset="0"/>
              </a:rPr>
              <a:t> carry strong predictive power</a:t>
            </a:r>
          </a:p>
          <a:p>
            <a:pPr marL="285750" lvl="0" indent="-285750" eaLnBrk="0" hangingPunct="0">
              <a:buFont typeface="Wingdings" panose="05000000000000000000" pitchFamily="2" charset="2"/>
              <a:buChar char="ü"/>
            </a:pPr>
            <a:r>
              <a:rPr lang="en-US" altLang="en-US" sz="1200" dirty="0">
                <a:latin typeface="Arial" panose="020B0604020202020204" pitchFamily="34" charset="0"/>
              </a:rPr>
              <a:t> </a:t>
            </a:r>
            <a:r>
              <a:rPr lang="en-US" altLang="en-US" sz="1200" dirty="0">
                <a:highlight>
                  <a:srgbClr val="FFFF00"/>
                </a:highlight>
                <a:latin typeface="Arial" panose="020B0604020202020204" pitchFamily="34" charset="0"/>
              </a:rPr>
              <a:t>Collinearity</a:t>
            </a:r>
            <a:r>
              <a:rPr lang="en-US" altLang="en-US" sz="1200" dirty="0">
                <a:latin typeface="Arial" panose="020B0604020202020204" pitchFamily="34" charset="0"/>
              </a:rPr>
              <a:t> breaks linear models</a:t>
            </a:r>
          </a:p>
          <a:p>
            <a:pPr marL="285750" lvl="0" indent="-285750" eaLnBrk="0" hangingPunct="0">
              <a:buFont typeface="Wingdings" panose="05000000000000000000" pitchFamily="2" charset="2"/>
              <a:buChar char="ü"/>
            </a:pPr>
            <a:r>
              <a:rPr lang="en-US" altLang="en-US" sz="1200" dirty="0">
                <a:latin typeface="Arial" panose="020B0604020202020204" pitchFamily="34" charset="0"/>
              </a:rPr>
              <a:t> Tree-based models capture complex degradation signals</a:t>
            </a:r>
          </a:p>
          <a:p>
            <a:pPr marR="0" algn="l" defTabSz="914400" eaLnBrk="1" fontAlgn="auto" latinLnBrk="0" hangingPunct="1">
              <a:spcBef>
                <a:spcPts val="500"/>
              </a:spcBef>
              <a:spcAft>
                <a:spcPts val="0"/>
              </a:spcAft>
              <a:buClrTx/>
              <a:buSzTx/>
              <a:buFontTx/>
              <a:buNone/>
              <a:tabLst/>
            </a:pPr>
            <a:endParaRPr kumimoji="0" lang="en-US" sz="1600" b="1" i="0" u="none" strike="noStrike" kern="0" cap="none" spc="0" normalizeH="0" baseline="0" noProof="0" dirty="0">
              <a:ln>
                <a:noFill/>
              </a:ln>
              <a:solidFill>
                <a:srgbClr val="000000"/>
              </a:solidFill>
              <a:effectLst/>
              <a:uLnTx/>
              <a:uFillTx/>
            </a:endParaRPr>
          </a:p>
          <a:p>
            <a:pPr marL="285750" marR="0" indent="-285750" algn="l" defTabSz="914400" eaLnBrk="1" fontAlgn="auto" latinLnBrk="0" hangingPunct="1">
              <a:spcBef>
                <a:spcPts val="500"/>
              </a:spcBef>
              <a:spcAft>
                <a:spcPts val="0"/>
              </a:spcAft>
              <a:buClrTx/>
              <a:buSzTx/>
              <a:buFont typeface="Wingdings" panose="05000000000000000000" pitchFamily="2" charset="2"/>
              <a:buChar char="ü"/>
              <a:tabLst/>
            </a:pPr>
            <a:endParaRPr kumimoji="0" lang="en-US" sz="1400" b="0" i="0" u="none" strike="noStrike" kern="0" cap="none" spc="0" normalizeH="0" baseline="0" noProof="0" dirty="0">
              <a:ln>
                <a:noFill/>
              </a:ln>
              <a:solidFill>
                <a:srgbClr val="000000"/>
              </a:solidFill>
              <a:effectLst/>
              <a:uLnTx/>
              <a:uFillTx/>
            </a:endParaRPr>
          </a:p>
        </p:txBody>
      </p:sp>
      <p:sp>
        <p:nvSpPr>
          <p:cNvPr id="27" name="Rectangle: Rounded Corners 26">
            <a:extLst>
              <a:ext uri="{FF2B5EF4-FFF2-40B4-BE49-F238E27FC236}">
                <a16:creationId xmlns:a16="http://schemas.microsoft.com/office/drawing/2014/main" id="{A67B69DE-04C6-962F-E4A4-53F14312B659}"/>
              </a:ext>
            </a:extLst>
          </p:cNvPr>
          <p:cNvSpPr/>
          <p:nvPr/>
        </p:nvSpPr>
        <p:spPr>
          <a:xfrm>
            <a:off x="286775" y="4308776"/>
            <a:ext cx="1843578" cy="1428408"/>
          </a:xfrm>
          <a:prstGeom prst="roundRect">
            <a:avLst/>
          </a:prstGeom>
          <a:solidFill>
            <a:srgbClr val="DEE0E3"/>
          </a:solidFill>
          <a:ln w="9525" cap="flat" cmpd="sng" algn="ctr">
            <a:solidFill>
              <a:srgbClr val="84427F"/>
            </a:solidFill>
            <a:prstDash val="solid"/>
          </a:ln>
          <a:effectLst/>
        </p:spPr>
        <p:txBody>
          <a:bodyPr rtlCol="0" anchor="ctr"/>
          <a:lstStyle/>
          <a:p>
            <a:pPr marL="72000" lvl="0" indent="-72000" fontAlgn="auto">
              <a:spcBef>
                <a:spcPts val="0"/>
              </a:spcBef>
              <a:spcAft>
                <a:spcPts val="0"/>
              </a:spcAft>
              <a:buFont typeface="Wingdings" panose="05000000000000000000" pitchFamily="2" charset="2"/>
              <a:buChar char="§"/>
              <a:defRPr/>
            </a:pPr>
            <a:r>
              <a:rPr lang="en-US" sz="1000" b="1" dirty="0">
                <a:solidFill>
                  <a:srgbClr val="551151"/>
                </a:solidFill>
              </a:rPr>
              <a:t>Model type:</a:t>
            </a:r>
            <a:r>
              <a:rPr lang="en-US" sz="1000" dirty="0">
                <a:solidFill>
                  <a:srgbClr val="551151"/>
                </a:solidFill>
              </a:rPr>
              <a:t> Linear model</a:t>
            </a:r>
          </a:p>
          <a:p>
            <a:pPr marL="72000" lvl="0" indent="-72000" fontAlgn="auto">
              <a:spcBef>
                <a:spcPts val="0"/>
              </a:spcBef>
              <a:spcAft>
                <a:spcPts val="0"/>
              </a:spcAft>
              <a:buFont typeface="Wingdings" panose="05000000000000000000" pitchFamily="2" charset="2"/>
              <a:buChar char="§"/>
              <a:defRPr/>
            </a:pPr>
            <a:r>
              <a:rPr lang="en-US" sz="1000" b="1" dirty="0">
                <a:solidFill>
                  <a:srgbClr val="551151"/>
                </a:solidFill>
              </a:rPr>
              <a:t>Model size:</a:t>
            </a:r>
            <a:r>
              <a:rPr lang="en-US" sz="1000" dirty="0">
                <a:solidFill>
                  <a:srgbClr val="551151"/>
                </a:solidFill>
              </a:rPr>
              <a:t> Very small (few KB), no trees</a:t>
            </a:r>
          </a:p>
          <a:p>
            <a:pPr marL="72000" lvl="0" indent="-72000" fontAlgn="auto">
              <a:spcBef>
                <a:spcPts val="0"/>
              </a:spcBef>
              <a:spcAft>
                <a:spcPts val="0"/>
              </a:spcAft>
              <a:buFont typeface="Wingdings" panose="05000000000000000000" pitchFamily="2" charset="2"/>
              <a:buChar char="§"/>
              <a:defRPr/>
            </a:pPr>
            <a:r>
              <a:rPr lang="en-US" sz="1000" b="1" dirty="0">
                <a:solidFill>
                  <a:srgbClr val="551151"/>
                </a:solidFill>
              </a:rPr>
              <a:t>Comment:</a:t>
            </a:r>
            <a:r>
              <a:rPr lang="en-US" sz="1000" dirty="0">
                <a:solidFill>
                  <a:srgbClr val="551151"/>
                </a:solidFill>
              </a:rPr>
              <a:t> Fast but struggles with nonlinear sensor </a:t>
            </a:r>
            <a:r>
              <a:rPr lang="en-US" sz="1000" dirty="0" err="1">
                <a:solidFill>
                  <a:srgbClr val="551151"/>
                </a:solidFill>
              </a:rPr>
              <a:t>behaviour</a:t>
            </a:r>
            <a:endParaRPr lang="de-AT" sz="1000" i="1" kern="0" dirty="0">
              <a:solidFill>
                <a:srgbClr val="551151"/>
              </a:solidFill>
              <a:latin typeface="Bosch Office Sans"/>
            </a:endParaRPr>
          </a:p>
        </p:txBody>
      </p:sp>
      <p:sp>
        <p:nvSpPr>
          <p:cNvPr id="30" name="Rectangle: Rounded Corners 29">
            <a:extLst>
              <a:ext uri="{FF2B5EF4-FFF2-40B4-BE49-F238E27FC236}">
                <a16:creationId xmlns:a16="http://schemas.microsoft.com/office/drawing/2014/main" id="{121FB2E4-42E2-BF52-0CFE-F64B52A446CE}"/>
              </a:ext>
            </a:extLst>
          </p:cNvPr>
          <p:cNvSpPr/>
          <p:nvPr/>
        </p:nvSpPr>
        <p:spPr>
          <a:xfrm>
            <a:off x="722425" y="4105377"/>
            <a:ext cx="1053507" cy="284210"/>
          </a:xfrm>
          <a:prstGeom prst="roundRect">
            <a:avLst/>
          </a:prstGeom>
          <a:solidFill>
            <a:srgbClr val="671761"/>
          </a:solidFill>
          <a:ln w="9525" cap="flat" cmpd="sng" algn="ctr">
            <a:solidFill>
              <a:srgbClr val="DEE0E3"/>
            </a:solid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r>
              <a:rPr lang="de-AT" sz="1200" kern="0" dirty="0">
                <a:solidFill>
                  <a:schemeClr val="bg1"/>
                </a:solidFill>
                <a:latin typeface="Bosch Office Sans"/>
              </a:rPr>
              <a:t>LR/Lasso</a:t>
            </a:r>
            <a:endParaRPr kumimoji="0" lang="en-US" sz="1200" b="0" i="0" u="none" strike="noStrike" kern="0" cap="none" spc="0" normalizeH="0" baseline="0" noProof="0" dirty="0">
              <a:ln>
                <a:noFill/>
              </a:ln>
              <a:solidFill>
                <a:schemeClr val="bg1"/>
              </a:solidFill>
              <a:effectLst/>
              <a:uLnTx/>
              <a:uFillTx/>
              <a:latin typeface="Bosch Office Sans"/>
              <a:ea typeface="+mn-ea"/>
              <a:cs typeface="+mn-cs"/>
            </a:endParaRPr>
          </a:p>
        </p:txBody>
      </p:sp>
      <p:sp>
        <p:nvSpPr>
          <p:cNvPr id="32" name="Rectangle: Rounded Corners 31">
            <a:extLst>
              <a:ext uri="{FF2B5EF4-FFF2-40B4-BE49-F238E27FC236}">
                <a16:creationId xmlns:a16="http://schemas.microsoft.com/office/drawing/2014/main" id="{59C92B10-11A9-8D40-514C-F975F3AFF950}"/>
              </a:ext>
            </a:extLst>
          </p:cNvPr>
          <p:cNvSpPr/>
          <p:nvPr/>
        </p:nvSpPr>
        <p:spPr>
          <a:xfrm>
            <a:off x="2136334" y="4105377"/>
            <a:ext cx="2440274" cy="1705168"/>
          </a:xfrm>
          <a:prstGeom prst="roundRect">
            <a:avLst/>
          </a:prstGeom>
          <a:solidFill>
            <a:srgbClr val="DEE0E3"/>
          </a:solidFill>
          <a:ln w="9525" cap="flat" cmpd="sng" algn="ctr">
            <a:solidFill>
              <a:srgbClr val="84427F"/>
            </a:solidFill>
            <a:prstDash val="solid"/>
          </a:ln>
          <a:effectLst/>
        </p:spPr>
        <p:txBody>
          <a:bodyPr rtlCol="0" anchor="ctr"/>
          <a:lstStyle/>
          <a:p>
            <a:pPr marL="72000" lvl="0" indent="-72000" fontAlgn="auto">
              <a:spcBef>
                <a:spcPts val="0"/>
              </a:spcBef>
              <a:spcAft>
                <a:spcPts val="0"/>
              </a:spcAft>
              <a:buFont typeface="Wingdings" panose="05000000000000000000" pitchFamily="2" charset="2"/>
              <a:buChar char="§"/>
              <a:defRPr/>
            </a:pPr>
            <a:r>
              <a:rPr lang="en-US" sz="1100" b="1" dirty="0">
                <a:solidFill>
                  <a:srgbClr val="551151"/>
                </a:solidFill>
              </a:rPr>
              <a:t>Model type:</a:t>
            </a:r>
            <a:r>
              <a:rPr lang="en-US" sz="1100" dirty="0">
                <a:solidFill>
                  <a:srgbClr val="551151"/>
                </a:solidFill>
              </a:rPr>
              <a:t> Ensemble of decision trees</a:t>
            </a:r>
          </a:p>
          <a:p>
            <a:pPr marL="72000" lvl="0" indent="-72000" fontAlgn="auto">
              <a:spcBef>
                <a:spcPts val="0"/>
              </a:spcBef>
              <a:spcAft>
                <a:spcPts val="0"/>
              </a:spcAft>
              <a:buFont typeface="Wingdings" panose="05000000000000000000" pitchFamily="2" charset="2"/>
              <a:buChar char="§"/>
              <a:defRPr/>
            </a:pPr>
            <a:r>
              <a:rPr lang="en-US" sz="1100" b="1" dirty="0">
                <a:solidFill>
                  <a:srgbClr val="551151"/>
                </a:solidFill>
              </a:rPr>
              <a:t>Model size:</a:t>
            </a:r>
            <a:r>
              <a:rPr lang="en-US" sz="1100" dirty="0">
                <a:solidFill>
                  <a:srgbClr val="551151"/>
                </a:solidFill>
              </a:rPr>
              <a:t> Medium-large (hundreds of trees)</a:t>
            </a:r>
          </a:p>
          <a:p>
            <a:pPr marL="72000" lvl="0" indent="-72000" fontAlgn="auto">
              <a:spcBef>
                <a:spcPts val="0"/>
              </a:spcBef>
              <a:spcAft>
                <a:spcPts val="0"/>
              </a:spcAft>
              <a:buFont typeface="Wingdings" panose="05000000000000000000" pitchFamily="2" charset="2"/>
              <a:buChar char="§"/>
              <a:defRPr/>
            </a:pPr>
            <a:r>
              <a:rPr lang="en-US" sz="1100" b="1" dirty="0">
                <a:solidFill>
                  <a:srgbClr val="551151"/>
                </a:solidFill>
              </a:rPr>
              <a:t>Training method:</a:t>
            </a:r>
            <a:r>
              <a:rPr lang="en-US" sz="1100" dirty="0">
                <a:solidFill>
                  <a:srgbClr val="551151"/>
                </a:solidFill>
              </a:rPr>
              <a:t> Bagging + random splits</a:t>
            </a:r>
          </a:p>
          <a:p>
            <a:pPr marL="72000" lvl="0" indent="-72000" fontAlgn="auto">
              <a:spcBef>
                <a:spcPts val="0"/>
              </a:spcBef>
              <a:spcAft>
                <a:spcPts val="0"/>
              </a:spcAft>
              <a:buFont typeface="Wingdings" panose="05000000000000000000" pitchFamily="2" charset="2"/>
              <a:buChar char="§"/>
              <a:defRPr/>
            </a:pPr>
            <a:r>
              <a:rPr lang="en-US" sz="1100" b="1" dirty="0">
                <a:solidFill>
                  <a:srgbClr val="551151"/>
                </a:solidFill>
              </a:rPr>
              <a:t>Comment:</a:t>
            </a:r>
            <a:r>
              <a:rPr lang="en-US" sz="1100" dirty="0">
                <a:solidFill>
                  <a:srgbClr val="551151"/>
                </a:solidFill>
              </a:rPr>
              <a:t> Best performance — handles nonlinear patterns + collinearity</a:t>
            </a:r>
            <a:endParaRPr lang="de-AT" sz="1100" i="1" kern="0" dirty="0">
              <a:solidFill>
                <a:srgbClr val="551151"/>
              </a:solidFill>
              <a:latin typeface="Bosch Office Sans"/>
            </a:endParaRPr>
          </a:p>
        </p:txBody>
      </p:sp>
      <p:sp>
        <p:nvSpPr>
          <p:cNvPr id="33" name="Rectangle: Rounded Corners 32">
            <a:extLst>
              <a:ext uri="{FF2B5EF4-FFF2-40B4-BE49-F238E27FC236}">
                <a16:creationId xmlns:a16="http://schemas.microsoft.com/office/drawing/2014/main" id="{574CB57C-2853-0229-4DC6-59410332A138}"/>
              </a:ext>
            </a:extLst>
          </p:cNvPr>
          <p:cNvSpPr/>
          <p:nvPr/>
        </p:nvSpPr>
        <p:spPr>
          <a:xfrm>
            <a:off x="2595548" y="3861658"/>
            <a:ext cx="1525212" cy="290507"/>
          </a:xfrm>
          <a:prstGeom prst="roundRect">
            <a:avLst/>
          </a:prstGeom>
          <a:solidFill>
            <a:srgbClr val="671761"/>
          </a:solidFill>
          <a:ln w="9525" cap="flat" cmpd="sng" algn="ctr">
            <a:solidFill>
              <a:srgbClr val="DEE0E3"/>
            </a:solid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r>
              <a:rPr lang="de-AT" sz="1200" kern="0" dirty="0">
                <a:solidFill>
                  <a:schemeClr val="bg1"/>
                </a:solidFill>
                <a:latin typeface="Bosch Office Sans"/>
              </a:rPr>
              <a:t>Random Forest</a:t>
            </a:r>
            <a:endParaRPr kumimoji="0" lang="en-US" sz="1200" b="0" i="0" u="none" strike="noStrike" kern="0" cap="none" spc="0" normalizeH="0" baseline="0" noProof="0" dirty="0">
              <a:ln>
                <a:noFill/>
              </a:ln>
              <a:solidFill>
                <a:schemeClr val="bg1"/>
              </a:solidFill>
              <a:effectLst/>
              <a:uLnTx/>
              <a:uFillTx/>
              <a:latin typeface="Bosch Office Sans"/>
              <a:ea typeface="+mn-ea"/>
              <a:cs typeface="+mn-cs"/>
            </a:endParaRPr>
          </a:p>
        </p:txBody>
      </p:sp>
      <p:sp>
        <p:nvSpPr>
          <p:cNvPr id="34" name="Rectangle: Rounded Corners 33">
            <a:extLst>
              <a:ext uri="{FF2B5EF4-FFF2-40B4-BE49-F238E27FC236}">
                <a16:creationId xmlns:a16="http://schemas.microsoft.com/office/drawing/2014/main" id="{CC1122C3-346F-2E6C-4826-565F787F8008}"/>
              </a:ext>
            </a:extLst>
          </p:cNvPr>
          <p:cNvSpPr/>
          <p:nvPr/>
        </p:nvSpPr>
        <p:spPr>
          <a:xfrm>
            <a:off x="4576608" y="4162651"/>
            <a:ext cx="2234832" cy="1574533"/>
          </a:xfrm>
          <a:prstGeom prst="roundRect">
            <a:avLst/>
          </a:prstGeom>
          <a:solidFill>
            <a:srgbClr val="DEE0E3"/>
          </a:solidFill>
          <a:ln w="9525" cap="flat" cmpd="sng" algn="ctr">
            <a:solidFill>
              <a:srgbClr val="84427F"/>
            </a:solidFill>
            <a:prstDash val="solid"/>
          </a:ln>
          <a:effectLst/>
        </p:spPr>
        <p:txBody>
          <a:bodyPr rtlCol="0" anchor="ctr"/>
          <a:lstStyle/>
          <a:p>
            <a:pPr marL="72000" lvl="0" indent="-72000" fontAlgn="auto">
              <a:spcBef>
                <a:spcPts val="0"/>
              </a:spcBef>
              <a:spcAft>
                <a:spcPts val="0"/>
              </a:spcAft>
              <a:buFont typeface="Wingdings" panose="05000000000000000000" pitchFamily="2" charset="2"/>
              <a:buChar char="§"/>
              <a:defRPr/>
            </a:pPr>
            <a:r>
              <a:rPr lang="en-US" sz="1050" b="1" dirty="0">
                <a:solidFill>
                  <a:srgbClr val="551151"/>
                </a:solidFill>
              </a:rPr>
              <a:t>Model type:</a:t>
            </a:r>
            <a:r>
              <a:rPr lang="en-US" sz="1050" dirty="0">
                <a:solidFill>
                  <a:srgbClr val="551151"/>
                </a:solidFill>
              </a:rPr>
              <a:t> Boosted decision trees</a:t>
            </a:r>
          </a:p>
          <a:p>
            <a:pPr marL="72000" lvl="0" indent="-72000" fontAlgn="auto">
              <a:spcBef>
                <a:spcPts val="0"/>
              </a:spcBef>
              <a:spcAft>
                <a:spcPts val="0"/>
              </a:spcAft>
              <a:buFont typeface="Wingdings" panose="05000000000000000000" pitchFamily="2" charset="2"/>
              <a:buChar char="§"/>
              <a:defRPr/>
            </a:pPr>
            <a:r>
              <a:rPr lang="en-US" sz="1050" b="1" dirty="0">
                <a:solidFill>
                  <a:srgbClr val="551151"/>
                </a:solidFill>
              </a:rPr>
              <a:t>Model size:</a:t>
            </a:r>
            <a:r>
              <a:rPr lang="en-US" sz="1050" dirty="0">
                <a:solidFill>
                  <a:srgbClr val="551151"/>
                </a:solidFill>
              </a:rPr>
              <a:t> Medium</a:t>
            </a:r>
          </a:p>
          <a:p>
            <a:pPr marL="72000" lvl="0" indent="-72000" fontAlgn="auto">
              <a:spcBef>
                <a:spcPts val="0"/>
              </a:spcBef>
              <a:spcAft>
                <a:spcPts val="0"/>
              </a:spcAft>
              <a:buFont typeface="Wingdings" panose="05000000000000000000" pitchFamily="2" charset="2"/>
              <a:buChar char="§"/>
              <a:defRPr/>
            </a:pPr>
            <a:r>
              <a:rPr lang="en-US" sz="1050" b="1" dirty="0">
                <a:solidFill>
                  <a:srgbClr val="551151"/>
                </a:solidFill>
              </a:rPr>
              <a:t>Training method:</a:t>
            </a:r>
            <a:r>
              <a:rPr lang="en-US" sz="1050" dirty="0">
                <a:solidFill>
                  <a:srgbClr val="551151"/>
                </a:solidFill>
              </a:rPr>
              <a:t> Sequential learning (each tree fixes previous errors)</a:t>
            </a:r>
          </a:p>
          <a:p>
            <a:pPr marL="72000" lvl="0" indent="-72000" fontAlgn="auto">
              <a:spcBef>
                <a:spcPts val="0"/>
              </a:spcBef>
              <a:spcAft>
                <a:spcPts val="0"/>
              </a:spcAft>
              <a:buFont typeface="Wingdings" panose="05000000000000000000" pitchFamily="2" charset="2"/>
              <a:buChar char="§"/>
              <a:defRPr/>
            </a:pPr>
            <a:r>
              <a:rPr lang="en-US" sz="1050" b="1" dirty="0">
                <a:solidFill>
                  <a:srgbClr val="551151"/>
                </a:solidFill>
              </a:rPr>
              <a:t>Comment:</a:t>
            </a:r>
            <a:r>
              <a:rPr lang="en-US" sz="1050" dirty="0">
                <a:solidFill>
                  <a:srgbClr val="551151"/>
                </a:solidFill>
              </a:rPr>
              <a:t> Strong model, slightly behind RF on this dataset</a:t>
            </a:r>
            <a:endParaRPr kumimoji="0" lang="de-AT" sz="1050" b="0" i="1" u="none" strike="noStrike" kern="0" cap="none" spc="0" normalizeH="0" baseline="0" noProof="0" dirty="0">
              <a:ln>
                <a:noFill/>
              </a:ln>
              <a:solidFill>
                <a:srgbClr val="551151"/>
              </a:solidFill>
              <a:effectLst/>
              <a:uLnTx/>
              <a:uFillTx/>
              <a:latin typeface="Bosch Office Sans"/>
              <a:ea typeface="+mn-ea"/>
              <a:cs typeface="+mn-cs"/>
            </a:endParaRPr>
          </a:p>
        </p:txBody>
      </p:sp>
      <p:sp>
        <p:nvSpPr>
          <p:cNvPr id="35" name="Rectangle: Rounded Corners 34">
            <a:extLst>
              <a:ext uri="{FF2B5EF4-FFF2-40B4-BE49-F238E27FC236}">
                <a16:creationId xmlns:a16="http://schemas.microsoft.com/office/drawing/2014/main" id="{FA3B103C-C57A-F908-0D5E-8F2F55220F57}"/>
              </a:ext>
            </a:extLst>
          </p:cNvPr>
          <p:cNvSpPr/>
          <p:nvPr/>
        </p:nvSpPr>
        <p:spPr>
          <a:xfrm>
            <a:off x="4989305" y="3908774"/>
            <a:ext cx="1452319" cy="290506"/>
          </a:xfrm>
          <a:prstGeom prst="roundRect">
            <a:avLst/>
          </a:prstGeom>
          <a:solidFill>
            <a:srgbClr val="671761"/>
          </a:solidFill>
          <a:ln w="9525" cap="flat" cmpd="sng" algn="ctr">
            <a:solidFill>
              <a:srgbClr val="DEE0E3"/>
            </a:solid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r>
              <a:rPr lang="de-AT" sz="1200" kern="0" dirty="0">
                <a:solidFill>
                  <a:schemeClr val="bg1"/>
                </a:solidFill>
                <a:latin typeface="Bosch Office Sans"/>
              </a:rPr>
              <a:t>Gradient </a:t>
            </a:r>
            <a:r>
              <a:rPr lang="de-AT" sz="1200" kern="0" dirty="0" err="1">
                <a:solidFill>
                  <a:schemeClr val="bg1"/>
                </a:solidFill>
                <a:latin typeface="Bosch Office Sans"/>
              </a:rPr>
              <a:t>Boosting</a:t>
            </a:r>
            <a:endParaRPr kumimoji="0" lang="en-US" sz="1200" b="0" i="0" u="none" strike="noStrike" kern="0" cap="none" spc="0" normalizeH="0" baseline="0" noProof="0" dirty="0">
              <a:ln>
                <a:noFill/>
              </a:ln>
              <a:solidFill>
                <a:schemeClr val="bg1"/>
              </a:solidFill>
              <a:effectLst/>
              <a:uLnTx/>
              <a:uFillTx/>
              <a:latin typeface="Bosch Office Sans"/>
              <a:ea typeface="+mn-ea"/>
              <a:cs typeface="+mn-cs"/>
            </a:endParaRPr>
          </a:p>
        </p:txBody>
      </p:sp>
      <p:pic>
        <p:nvPicPr>
          <p:cNvPr id="12" name="Graphic 11">
            <a:extLst>
              <a:ext uri="{FF2B5EF4-FFF2-40B4-BE49-F238E27FC236}">
                <a16:creationId xmlns:a16="http://schemas.microsoft.com/office/drawing/2014/main" id="{5EC5F159-581C-C94E-407B-7D30F01BD1E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926113" y="5310987"/>
            <a:ext cx="714357" cy="714125"/>
          </a:xfrm>
          <a:prstGeom prst="rect">
            <a:avLst/>
          </a:prstGeom>
        </p:spPr>
      </p:pic>
      <p:pic>
        <p:nvPicPr>
          <p:cNvPr id="15" name="Picture 14">
            <a:extLst>
              <a:ext uri="{FF2B5EF4-FFF2-40B4-BE49-F238E27FC236}">
                <a16:creationId xmlns:a16="http://schemas.microsoft.com/office/drawing/2014/main" id="{EEAC6109-F4FD-5832-FE9D-5D15F5099F2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6775" y="1461880"/>
            <a:ext cx="5513156" cy="2375610"/>
          </a:xfrm>
          <a:prstGeom prst="rect">
            <a:avLst/>
          </a:prstGeom>
        </p:spPr>
      </p:pic>
    </p:spTree>
    <p:extLst>
      <p:ext uri="{BB962C8B-B14F-4D97-AF65-F5344CB8AC3E}">
        <p14:creationId xmlns:p14="http://schemas.microsoft.com/office/powerpoint/2010/main" val="2098001227"/>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BCADF5-A84E-2718-C0EF-FDB0372C5B58}"/>
              </a:ext>
            </a:extLst>
          </p:cNvPr>
          <p:cNvSpPr>
            <a:spLocks noGrp="1"/>
          </p:cNvSpPr>
          <p:nvPr>
            <p:ph type="sldNum" sz="quarter" idx="12"/>
          </p:nvPr>
        </p:nvSpPr>
        <p:spPr/>
        <p:txBody>
          <a:bodyPr/>
          <a:lstStyle/>
          <a:p>
            <a:fld id="{4898AEC0-503E-4FA4-859C-D0F72D6E3F79}" type="slidenum">
              <a:rPr lang="en-US" noProof="1" smtClean="0"/>
              <a:pPr/>
              <a:t>7</a:t>
            </a:fld>
            <a:endParaRPr lang="en-US" noProof="1"/>
          </a:p>
        </p:txBody>
      </p:sp>
      <p:grpSp>
        <p:nvGrpSpPr>
          <p:cNvPr id="14" name="Gruppieren 13">
            <a:extLst>
              <a:ext uri="{FF2B5EF4-FFF2-40B4-BE49-F238E27FC236}">
                <a16:creationId xmlns:a16="http://schemas.microsoft.com/office/drawing/2014/main" id="{7297AC1C-DB9D-1049-304B-4E3379884AF4}"/>
              </a:ext>
            </a:extLst>
          </p:cNvPr>
          <p:cNvGrpSpPr/>
          <p:nvPr/>
        </p:nvGrpSpPr>
        <p:grpSpPr>
          <a:xfrm>
            <a:off x="213152" y="257175"/>
            <a:ext cx="10556447" cy="1155878"/>
            <a:chOff x="213152" y="257175"/>
            <a:chExt cx="10556447" cy="1155878"/>
          </a:xfrm>
        </p:grpSpPr>
        <p:sp>
          <p:nvSpPr>
            <p:cNvPr id="4" name="Rectangle: Rounded Corners 3">
              <a:extLst>
                <a:ext uri="{FF2B5EF4-FFF2-40B4-BE49-F238E27FC236}">
                  <a16:creationId xmlns:a16="http://schemas.microsoft.com/office/drawing/2014/main" id="{EFEEEAF2-F208-4A50-2730-10FCD7E182EB}"/>
                </a:ext>
              </a:extLst>
            </p:cNvPr>
            <p:cNvSpPr/>
            <p:nvPr/>
          </p:nvSpPr>
          <p:spPr>
            <a:xfrm>
              <a:off x="213152" y="257175"/>
              <a:ext cx="10556447" cy="1155878"/>
            </a:xfrm>
            <a:prstGeom prst="roundRect">
              <a:avLst>
                <a:gd name="adj" fmla="val 50000"/>
              </a:avLst>
            </a:prstGeom>
            <a:solidFill>
              <a:srgbClr val="DEE0E3"/>
            </a:solidFill>
            <a:ln w="952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AT" sz="1800" b="0" i="0" u="none" strike="noStrike" kern="0" cap="none" spc="0" normalizeH="0" baseline="0" noProof="0">
                <a:ln>
                  <a:noFill/>
                </a:ln>
                <a:solidFill>
                  <a:srgbClr val="000000"/>
                </a:solidFill>
                <a:effectLst/>
                <a:uLnTx/>
                <a:uFillTx/>
                <a:latin typeface="Bosch Office Sans"/>
                <a:ea typeface="+mn-ea"/>
                <a:cs typeface="+mn-cs"/>
              </a:endParaRPr>
            </a:p>
          </p:txBody>
        </p:sp>
        <p:sp>
          <p:nvSpPr>
            <p:cNvPr id="6" name="Textplatzhalter 6">
              <a:extLst>
                <a:ext uri="{FF2B5EF4-FFF2-40B4-BE49-F238E27FC236}">
                  <a16:creationId xmlns:a16="http://schemas.microsoft.com/office/drawing/2014/main" id="{07C8BB9C-A7DC-AEE4-1830-5995D67652FE}"/>
                </a:ext>
              </a:extLst>
            </p:cNvPr>
            <p:cNvSpPr txBox="1">
              <a:spLocks/>
            </p:cNvSpPr>
            <p:nvPr/>
          </p:nvSpPr>
          <p:spPr>
            <a:xfrm>
              <a:off x="414678" y="465782"/>
              <a:ext cx="772223" cy="738664"/>
            </a:xfrm>
            <a:prstGeom prst="rect">
              <a:avLst/>
            </a:prstGeom>
          </p:spPr>
          <p:txBody>
            <a:bodyPr wrap="square" lIns="0" tIns="0" rIns="0" b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ct val="0"/>
                </a:spcAft>
                <a:buClrTx/>
                <a:buSzTx/>
                <a:buFont typeface="Arial" panose="020B0604020202020204" pitchFamily="34" charset="0"/>
                <a:buNone/>
                <a:tabLst/>
                <a:defRPr/>
              </a:pPr>
              <a:r>
                <a:rPr kumimoji="0" lang="en-GB" sz="4800" b="1" i="0" u="none" strike="noStrike" kern="1200" cap="none" spc="0" normalizeH="0" baseline="0" noProof="0" dirty="0">
                  <a:ln>
                    <a:noFill/>
                  </a:ln>
                  <a:solidFill>
                    <a:srgbClr val="671761"/>
                  </a:solidFill>
                  <a:effectLst/>
                  <a:uLnTx/>
                  <a:uFillTx/>
                  <a:latin typeface="Bosch Sans" panose="020B0604020202020204" pitchFamily="34" charset="0"/>
                  <a:ea typeface="+mn-ea"/>
                  <a:cs typeface="+mn-cs"/>
                </a:rPr>
                <a:t>06</a:t>
              </a:r>
            </a:p>
          </p:txBody>
        </p:sp>
        <p:pic>
          <p:nvPicPr>
            <p:cNvPr id="3" name="Picture 7">
              <a:extLst>
                <a:ext uri="{FF2B5EF4-FFF2-40B4-BE49-F238E27FC236}">
                  <a16:creationId xmlns:a16="http://schemas.microsoft.com/office/drawing/2014/main" id="{4C89911E-1BB0-0322-C4A5-53DB337A62B7}"/>
                </a:ext>
              </a:extLst>
            </p:cNvPr>
            <p:cNvPicPr>
              <a:picLocks noChangeAspect="1"/>
            </p:cNvPicPr>
            <p:nvPr/>
          </p:nvPicPr>
          <p:blipFill rotWithShape="1">
            <a:blip r:embed="rId2">
              <a:extLst>
                <a:ext uri="{28A0092B-C50C-407E-A947-70E740481C1C}">
                  <a14:useLocalDpi xmlns:a14="http://schemas.microsoft.com/office/drawing/2010/main" val="0"/>
                </a:ext>
              </a:extLst>
            </a:blip>
            <a:srcRect l="9987" t="5964" r="3780" b="3911"/>
            <a:stretch/>
          </p:blipFill>
          <p:spPr>
            <a:xfrm>
              <a:off x="9720985" y="371910"/>
              <a:ext cx="927673" cy="926407"/>
            </a:xfrm>
            <a:prstGeom prst="rect">
              <a:avLst/>
            </a:prstGeom>
          </p:spPr>
        </p:pic>
        <p:sp>
          <p:nvSpPr>
            <p:cNvPr id="10" name="Textfeld 9">
              <a:extLst>
                <a:ext uri="{FF2B5EF4-FFF2-40B4-BE49-F238E27FC236}">
                  <a16:creationId xmlns:a16="http://schemas.microsoft.com/office/drawing/2014/main" id="{B7516AB6-85BB-BADC-9D88-5691AE283CEF}"/>
                </a:ext>
              </a:extLst>
            </p:cNvPr>
            <p:cNvSpPr txBox="1"/>
            <p:nvPr/>
          </p:nvSpPr>
          <p:spPr>
            <a:xfrm>
              <a:off x="1517442" y="392878"/>
              <a:ext cx="7868781" cy="400110"/>
            </a:xfrm>
            <a:prstGeom prst="rect">
              <a:avLst/>
            </a:prstGeom>
            <a:noFill/>
          </p:spPr>
          <p:txBody>
            <a:bodyPr wrap="square" lIns="0" tIns="0" rIns="0" bIns="0" rtlCol="0">
              <a:spAutoFit/>
            </a:bodyPr>
            <a:lstStyle/>
            <a:p>
              <a:pPr marR="0" algn="l" defTabSz="914400" eaLnBrk="1" fontAlgn="auto" latinLnBrk="0" hangingPunct="1">
                <a:spcBef>
                  <a:spcPts val="500"/>
                </a:spcBef>
                <a:spcAft>
                  <a:spcPts val="0"/>
                </a:spcAft>
                <a:buClrTx/>
                <a:buSzTx/>
                <a:buFontTx/>
                <a:buNone/>
                <a:tabLst/>
              </a:pPr>
              <a:r>
                <a:rPr kumimoji="0" lang="en-GB" sz="2600" b="1" i="0" u="none" strike="noStrike" kern="0" cap="none" spc="0" normalizeH="0" baseline="0" noProof="0" dirty="0">
                  <a:ln>
                    <a:noFill/>
                  </a:ln>
                  <a:solidFill>
                    <a:srgbClr val="000000"/>
                  </a:solidFill>
                  <a:effectLst/>
                  <a:uLnTx/>
                  <a:uFillTx/>
                </a:rPr>
                <a:t>Project impact</a:t>
              </a:r>
            </a:p>
          </p:txBody>
        </p:sp>
        <p:sp>
          <p:nvSpPr>
            <p:cNvPr id="11" name="Textfeld 10">
              <a:extLst>
                <a:ext uri="{FF2B5EF4-FFF2-40B4-BE49-F238E27FC236}">
                  <a16:creationId xmlns:a16="http://schemas.microsoft.com/office/drawing/2014/main" id="{F5BD82EE-DA71-A30D-DA60-52BC33DA10F8}"/>
                </a:ext>
              </a:extLst>
            </p:cNvPr>
            <p:cNvSpPr txBox="1"/>
            <p:nvPr/>
          </p:nvSpPr>
          <p:spPr>
            <a:xfrm>
              <a:off x="1517443" y="928690"/>
              <a:ext cx="7868781" cy="338554"/>
            </a:xfrm>
            <a:prstGeom prst="rect">
              <a:avLst/>
            </a:prstGeom>
            <a:noFill/>
          </p:spPr>
          <p:txBody>
            <a:bodyPr wrap="square" lIns="0" tIns="0" rIns="0" bIns="0" rtlCol="0">
              <a:spAutoFit/>
            </a:bodyPr>
            <a:lstStyle/>
            <a:p>
              <a:pPr marR="0" algn="l" defTabSz="914400" eaLnBrk="1" fontAlgn="auto" latinLnBrk="0" hangingPunct="1">
                <a:spcBef>
                  <a:spcPts val="500"/>
                </a:spcBef>
                <a:spcAft>
                  <a:spcPts val="0"/>
                </a:spcAft>
                <a:buClrTx/>
                <a:buSzTx/>
                <a:buFontTx/>
                <a:buNone/>
                <a:tabLst/>
              </a:pPr>
              <a:r>
                <a:rPr kumimoji="0" lang="en-GB" sz="2200" i="0" u="none" strike="noStrike" kern="0" cap="none" spc="0" normalizeH="0" baseline="0" noProof="0" dirty="0">
                  <a:ln>
                    <a:noFill/>
                  </a:ln>
                  <a:solidFill>
                    <a:srgbClr val="000000"/>
                  </a:solidFill>
                  <a:effectLst/>
                  <a:uLnTx/>
                  <a:uFillTx/>
                </a:rPr>
                <a:t>Future vision &amp; Next steps</a:t>
              </a:r>
            </a:p>
          </p:txBody>
        </p:sp>
      </p:grpSp>
      <p:grpSp>
        <p:nvGrpSpPr>
          <p:cNvPr id="12" name="Graphic 6" descr="User with solid fill">
            <a:extLst>
              <a:ext uri="{FF2B5EF4-FFF2-40B4-BE49-F238E27FC236}">
                <a16:creationId xmlns:a16="http://schemas.microsoft.com/office/drawing/2014/main" id="{C5F2309A-E800-0BFF-C7CA-98342DDD94A4}"/>
              </a:ext>
            </a:extLst>
          </p:cNvPr>
          <p:cNvGrpSpPr/>
          <p:nvPr/>
        </p:nvGrpSpPr>
        <p:grpSpPr>
          <a:xfrm>
            <a:off x="414678" y="2521714"/>
            <a:ext cx="2608174" cy="2833142"/>
            <a:chOff x="5044" y="2230103"/>
            <a:chExt cx="3114736" cy="3309407"/>
          </a:xfrm>
          <a:solidFill>
            <a:srgbClr val="671761"/>
          </a:solidFill>
        </p:grpSpPr>
        <p:sp>
          <p:nvSpPr>
            <p:cNvPr id="15" name="Freeform: Shape 14">
              <a:extLst>
                <a:ext uri="{FF2B5EF4-FFF2-40B4-BE49-F238E27FC236}">
                  <a16:creationId xmlns:a16="http://schemas.microsoft.com/office/drawing/2014/main" id="{2916CD13-D0C4-7A50-B976-5A1D0966F755}"/>
                </a:ext>
              </a:extLst>
            </p:cNvPr>
            <p:cNvSpPr/>
            <p:nvPr/>
          </p:nvSpPr>
          <p:spPr>
            <a:xfrm>
              <a:off x="783728" y="2230103"/>
              <a:ext cx="1557368" cy="1557368"/>
            </a:xfrm>
            <a:custGeom>
              <a:avLst/>
              <a:gdLst>
                <a:gd name="connsiteX0" fmla="*/ 1557368 w 1557368"/>
                <a:gd name="connsiteY0" fmla="*/ 778684 h 1557368"/>
                <a:gd name="connsiteX1" fmla="*/ 778684 w 1557368"/>
                <a:gd name="connsiteY1" fmla="*/ 1557368 h 1557368"/>
                <a:gd name="connsiteX2" fmla="*/ 0 w 1557368"/>
                <a:gd name="connsiteY2" fmla="*/ 778684 h 1557368"/>
                <a:gd name="connsiteX3" fmla="*/ 778684 w 1557368"/>
                <a:gd name="connsiteY3" fmla="*/ 0 h 1557368"/>
                <a:gd name="connsiteX4" fmla="*/ 1557368 w 1557368"/>
                <a:gd name="connsiteY4" fmla="*/ 778684 h 155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7368" h="1557368">
                  <a:moveTo>
                    <a:pt x="1557368" y="778684"/>
                  </a:moveTo>
                  <a:cubicBezTo>
                    <a:pt x="1557368" y="1208739"/>
                    <a:pt x="1208739" y="1557368"/>
                    <a:pt x="778684" y="1557368"/>
                  </a:cubicBezTo>
                  <a:cubicBezTo>
                    <a:pt x="348629" y="1557368"/>
                    <a:pt x="0" y="1208739"/>
                    <a:pt x="0" y="778684"/>
                  </a:cubicBezTo>
                  <a:cubicBezTo>
                    <a:pt x="0" y="348629"/>
                    <a:pt x="348629" y="0"/>
                    <a:pt x="778684" y="0"/>
                  </a:cubicBezTo>
                  <a:cubicBezTo>
                    <a:pt x="1208739" y="0"/>
                    <a:pt x="1557368" y="348629"/>
                    <a:pt x="1557368" y="778684"/>
                  </a:cubicBezTo>
                  <a:close/>
                </a:path>
              </a:pathLst>
            </a:custGeom>
            <a:solidFill>
              <a:srgbClr val="671761"/>
            </a:solidFill>
            <a:ln w="48617" cap="flat">
              <a:solidFill>
                <a:srgbClr val="671761"/>
              </a:solid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B1266C50-E5D5-C7D4-76D8-AC0ED10458C6}"/>
                </a:ext>
              </a:extLst>
            </p:cNvPr>
            <p:cNvSpPr/>
            <p:nvPr/>
          </p:nvSpPr>
          <p:spPr>
            <a:xfrm>
              <a:off x="5044" y="3982142"/>
              <a:ext cx="3114736" cy="1557368"/>
            </a:xfrm>
            <a:custGeom>
              <a:avLst/>
              <a:gdLst>
                <a:gd name="connsiteX0" fmla="*/ 3114736 w 3114736"/>
                <a:gd name="connsiteY0" fmla="*/ 1557368 h 1557368"/>
                <a:gd name="connsiteX1" fmla="*/ 3114736 w 3114736"/>
                <a:gd name="connsiteY1" fmla="*/ 778684 h 1557368"/>
                <a:gd name="connsiteX2" fmla="*/ 2958999 w 3114736"/>
                <a:gd name="connsiteY2" fmla="*/ 467210 h 1557368"/>
                <a:gd name="connsiteX3" fmla="*/ 2199782 w 3114736"/>
                <a:gd name="connsiteY3" fmla="*/ 97336 h 1557368"/>
                <a:gd name="connsiteX4" fmla="*/ 1557368 w 3114736"/>
                <a:gd name="connsiteY4" fmla="*/ 0 h 1557368"/>
                <a:gd name="connsiteX5" fmla="*/ 914954 w 3114736"/>
                <a:gd name="connsiteY5" fmla="*/ 97336 h 1557368"/>
                <a:gd name="connsiteX6" fmla="*/ 155737 w 3114736"/>
                <a:gd name="connsiteY6" fmla="*/ 467210 h 1557368"/>
                <a:gd name="connsiteX7" fmla="*/ 0 w 3114736"/>
                <a:gd name="connsiteY7" fmla="*/ 778684 h 1557368"/>
                <a:gd name="connsiteX8" fmla="*/ 0 w 3114736"/>
                <a:gd name="connsiteY8" fmla="*/ 1557368 h 1557368"/>
                <a:gd name="connsiteX9" fmla="*/ 3114736 w 3114736"/>
                <a:gd name="connsiteY9" fmla="*/ 1557368 h 15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14736" h="1557368">
                  <a:moveTo>
                    <a:pt x="3114736" y="1557368"/>
                  </a:moveTo>
                  <a:lnTo>
                    <a:pt x="3114736" y="778684"/>
                  </a:lnTo>
                  <a:cubicBezTo>
                    <a:pt x="3114736" y="661881"/>
                    <a:pt x="3056335" y="545079"/>
                    <a:pt x="2958999" y="467210"/>
                  </a:cubicBezTo>
                  <a:cubicBezTo>
                    <a:pt x="2744861" y="292007"/>
                    <a:pt x="2472322" y="175204"/>
                    <a:pt x="2199782" y="97336"/>
                  </a:cubicBezTo>
                  <a:cubicBezTo>
                    <a:pt x="2005111" y="38934"/>
                    <a:pt x="1790973" y="0"/>
                    <a:pt x="1557368" y="0"/>
                  </a:cubicBezTo>
                  <a:cubicBezTo>
                    <a:pt x="1343230" y="0"/>
                    <a:pt x="1129092" y="38934"/>
                    <a:pt x="914954" y="97336"/>
                  </a:cubicBezTo>
                  <a:cubicBezTo>
                    <a:pt x="642414" y="175204"/>
                    <a:pt x="369875" y="311474"/>
                    <a:pt x="155737" y="467210"/>
                  </a:cubicBezTo>
                  <a:cubicBezTo>
                    <a:pt x="58401" y="545079"/>
                    <a:pt x="0" y="661881"/>
                    <a:pt x="0" y="778684"/>
                  </a:cubicBezTo>
                  <a:lnTo>
                    <a:pt x="0" y="1557368"/>
                  </a:lnTo>
                  <a:lnTo>
                    <a:pt x="3114736" y="1557368"/>
                  </a:lnTo>
                  <a:close/>
                </a:path>
              </a:pathLst>
            </a:custGeom>
            <a:solidFill>
              <a:srgbClr val="671761"/>
            </a:solidFill>
            <a:ln w="48617" cap="flat">
              <a:solidFill>
                <a:srgbClr val="671761"/>
              </a:solidFill>
              <a:prstDash val="solid"/>
              <a:miter/>
            </a:ln>
          </p:spPr>
          <p:txBody>
            <a:bodyPr rtlCol="0" anchor="ctr"/>
            <a:lstStyle/>
            <a:p>
              <a:endParaRPr lang="en-US"/>
            </a:p>
          </p:txBody>
        </p:sp>
      </p:grpSp>
      <p:sp>
        <p:nvSpPr>
          <p:cNvPr id="17" name="Speech Bubble: Rectangle with Corners Rounded 16">
            <a:extLst>
              <a:ext uri="{FF2B5EF4-FFF2-40B4-BE49-F238E27FC236}">
                <a16:creationId xmlns:a16="http://schemas.microsoft.com/office/drawing/2014/main" id="{F05D4766-3E97-3DB3-618D-140FE8802518}"/>
              </a:ext>
            </a:extLst>
          </p:cNvPr>
          <p:cNvSpPr/>
          <p:nvPr/>
        </p:nvSpPr>
        <p:spPr>
          <a:xfrm>
            <a:off x="4004753" y="2104913"/>
            <a:ext cx="6393305" cy="2833142"/>
          </a:xfrm>
          <a:prstGeom prst="wedgeRoundRectCallout">
            <a:avLst>
              <a:gd name="adj1" fmla="val -74526"/>
              <a:gd name="adj2" fmla="val 2755"/>
              <a:gd name="adj3" fmla="val 16667"/>
            </a:avLst>
          </a:prstGeom>
          <a:noFill/>
          <a:ln w="9525" cap="flat" cmpd="sng" algn="ctr">
            <a:solidFill>
              <a:srgbClr val="3F136C"/>
            </a:solid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0" dirty="0">
              <a:ln>
                <a:noFill/>
              </a:ln>
              <a:solidFill>
                <a:srgbClr val="000000"/>
              </a:solidFill>
              <a:effectLst/>
              <a:uLnTx/>
              <a:uFillTx/>
              <a:latin typeface="Bosch Office Sans"/>
              <a:ea typeface="+mn-ea"/>
              <a:cs typeface="+mn-cs"/>
            </a:endParaRPr>
          </a:p>
        </p:txBody>
      </p:sp>
      <p:pic>
        <p:nvPicPr>
          <p:cNvPr id="8" name="Graphic 7">
            <a:extLst>
              <a:ext uri="{FF2B5EF4-FFF2-40B4-BE49-F238E27FC236}">
                <a16:creationId xmlns:a16="http://schemas.microsoft.com/office/drawing/2014/main" id="{AFA9745C-CC5E-98B6-7824-EFF40CD0B1A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26113" y="5310987"/>
            <a:ext cx="714357" cy="714125"/>
          </a:xfrm>
          <a:prstGeom prst="rect">
            <a:avLst/>
          </a:prstGeom>
        </p:spPr>
      </p:pic>
      <p:sp>
        <p:nvSpPr>
          <p:cNvPr id="5" name="Rectangle 1">
            <a:extLst>
              <a:ext uri="{FF2B5EF4-FFF2-40B4-BE49-F238E27FC236}">
                <a16:creationId xmlns:a16="http://schemas.microsoft.com/office/drawing/2014/main" id="{15F9EEA6-B99B-066A-87EC-BDC7BB252F73}"/>
              </a:ext>
            </a:extLst>
          </p:cNvPr>
          <p:cNvSpPr>
            <a:spLocks noChangeArrowheads="1"/>
          </p:cNvSpPr>
          <p:nvPr/>
        </p:nvSpPr>
        <p:spPr bwMode="auto">
          <a:xfrm>
            <a:off x="4004753" y="2736654"/>
            <a:ext cx="648081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200" b="0" i="0" u="none" strike="noStrike" cap="none" normalizeH="0" baseline="0" dirty="0">
                <a:ln>
                  <a:noFill/>
                </a:ln>
                <a:solidFill>
                  <a:schemeClr val="tx1"/>
                </a:solidFill>
                <a:effectLst/>
                <a:latin typeface="+mn-lt"/>
              </a:rPr>
              <a:t>Complete remaining Coursera modules</a:t>
            </a:r>
            <a:r>
              <a:rPr kumimoji="0" lang="en-US" altLang="en-US" sz="1200" b="0" i="0" u="none" strike="noStrike" cap="none" normalizeH="0" baseline="0">
                <a:ln>
                  <a:noFill/>
                </a:ln>
                <a:solidFill>
                  <a:schemeClr val="tx1"/>
                </a:solidFill>
                <a:effectLst/>
                <a:latin typeface="+mn-lt"/>
              </a:rPr>
              <a:t>. </a:t>
            </a:r>
            <a:endParaRPr kumimoji="0" lang="en-US" altLang="en-US" sz="1200" b="0" i="0" u="none" strike="noStrike" cap="none" normalizeH="0" baseline="0" dirty="0">
              <a:ln>
                <a:noFill/>
              </a:ln>
              <a:solidFill>
                <a:schemeClr val="tx1"/>
              </a:solidFill>
              <a:effectLst/>
              <a:latin typeface="+mn-lt"/>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endParaRPr lang="en-US" altLang="en-US" sz="1200" dirty="0">
              <a:latin typeface="+mn-lt"/>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200" b="0" i="0" u="none" strike="noStrike" cap="none" normalizeH="0" baseline="0" dirty="0">
                <a:ln>
                  <a:noFill/>
                </a:ln>
                <a:solidFill>
                  <a:schemeClr val="tx1"/>
                </a:solidFill>
                <a:effectLst/>
                <a:latin typeface="+mn-lt"/>
              </a:rPr>
              <a:t>Extend the project using deeper sequence-based models (LSTM, CNNs, Transformers).</a:t>
            </a:r>
            <a:br>
              <a:rPr kumimoji="0" lang="en-US" altLang="en-US" sz="1200" b="0" i="0" u="none" strike="noStrike" cap="none" normalizeH="0" baseline="0" dirty="0">
                <a:ln>
                  <a:noFill/>
                </a:ln>
                <a:solidFill>
                  <a:schemeClr val="tx1"/>
                </a:solidFill>
                <a:effectLst/>
                <a:latin typeface="+mn-lt"/>
              </a:rPr>
            </a:br>
            <a:r>
              <a:rPr kumimoji="0" lang="en-US" altLang="en-US" sz="1200" b="0" i="1" u="none" strike="noStrike" cap="none" normalizeH="0" baseline="0" dirty="0">
                <a:ln>
                  <a:noFill/>
                </a:ln>
                <a:solidFill>
                  <a:schemeClr val="tx1"/>
                </a:solidFill>
                <a:effectLst/>
                <a:latin typeface="+mn-lt"/>
              </a:rPr>
              <a:t>FD001 is a globally used research benchmark — hundreds of papers evaluate RUL models on this dataset, making it ideal for experimentation and comparison.</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200" b="0" i="0" u="none" strike="noStrike" cap="none" normalizeH="0" baseline="0" dirty="0">
              <a:ln>
                <a:noFill/>
              </a:ln>
              <a:solidFill>
                <a:schemeClr val="tx1"/>
              </a:solidFill>
              <a:effectLst/>
              <a:latin typeface="+mn-lt"/>
            </a:endParaRPr>
          </a:p>
          <a:p>
            <a:pPr marL="228600" lvl="0" indent="-228600" eaLnBrk="0" hangingPunct="0">
              <a:buFont typeface="+mj-lt"/>
              <a:buAutoNum type="arabicPeriod"/>
            </a:pPr>
            <a:r>
              <a:rPr kumimoji="0" lang="en-US" altLang="en-US" sz="1200" b="0" i="0" u="none" strike="noStrike" cap="none" normalizeH="0" baseline="0" dirty="0">
                <a:ln>
                  <a:noFill/>
                </a:ln>
                <a:solidFill>
                  <a:schemeClr val="tx1"/>
                </a:solidFill>
                <a:effectLst/>
                <a:latin typeface="+mn-lt"/>
              </a:rPr>
              <a:t>Potentially alternative application to electric-vehicle components and other sensor-driven systems. (</a:t>
            </a:r>
            <a:r>
              <a:rPr lang="en-US" altLang="en-US" sz="1200" dirty="0"/>
              <a:t>Maybe reusable internal template for Bosch predictive-maintenance work?)</a:t>
            </a:r>
            <a:endParaRPr kumimoji="0" lang="en-US" altLang="en-US" sz="1200" b="0" i="0" u="none" strike="noStrike" cap="none" normalizeH="0" baseline="0" dirty="0">
              <a:ln>
                <a:noFill/>
              </a:ln>
              <a:solidFill>
                <a:schemeClr val="tx1"/>
              </a:solidFill>
              <a:effectLst/>
              <a:latin typeface="+mn-lt"/>
            </a:endParaRPr>
          </a:p>
        </p:txBody>
      </p:sp>
    </p:spTree>
    <p:extLst>
      <p:ext uri="{BB962C8B-B14F-4D97-AF65-F5344CB8AC3E}">
        <p14:creationId xmlns:p14="http://schemas.microsoft.com/office/powerpoint/2010/main" val="40418880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75DD7-D9B2-AA78-B02C-F1F0D9A2E13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DB2540-ADC1-8F72-A089-FC8FCFE9564E}"/>
              </a:ext>
            </a:extLst>
          </p:cNvPr>
          <p:cNvSpPr>
            <a:spLocks noGrp="1"/>
          </p:cNvSpPr>
          <p:nvPr>
            <p:ph type="sldNum" sz="quarter" idx="12"/>
          </p:nvPr>
        </p:nvSpPr>
        <p:spPr/>
        <p:txBody>
          <a:bodyPr/>
          <a:lstStyle/>
          <a:p>
            <a:fld id="{4898AEC0-503E-4FA4-859C-D0F72D6E3F79}" type="slidenum">
              <a:rPr lang="en-US" noProof="1" smtClean="0"/>
              <a:pPr/>
              <a:t>8</a:t>
            </a:fld>
            <a:endParaRPr lang="en-US" noProof="1"/>
          </a:p>
        </p:txBody>
      </p:sp>
      <p:grpSp>
        <p:nvGrpSpPr>
          <p:cNvPr id="14" name="Gruppieren 13">
            <a:extLst>
              <a:ext uri="{FF2B5EF4-FFF2-40B4-BE49-F238E27FC236}">
                <a16:creationId xmlns:a16="http://schemas.microsoft.com/office/drawing/2014/main" id="{5F59A211-F3F2-73E9-A15B-37EE83A554D3}"/>
              </a:ext>
            </a:extLst>
          </p:cNvPr>
          <p:cNvGrpSpPr/>
          <p:nvPr/>
        </p:nvGrpSpPr>
        <p:grpSpPr>
          <a:xfrm>
            <a:off x="293162" y="145501"/>
            <a:ext cx="10556447" cy="1155878"/>
            <a:chOff x="213152" y="257175"/>
            <a:chExt cx="10556447" cy="1155878"/>
          </a:xfrm>
        </p:grpSpPr>
        <p:sp>
          <p:nvSpPr>
            <p:cNvPr id="4" name="Rectangle: Rounded Corners 3">
              <a:extLst>
                <a:ext uri="{FF2B5EF4-FFF2-40B4-BE49-F238E27FC236}">
                  <a16:creationId xmlns:a16="http://schemas.microsoft.com/office/drawing/2014/main" id="{1DC16392-4227-0FC1-9C4F-291A5D0831AD}"/>
                </a:ext>
              </a:extLst>
            </p:cNvPr>
            <p:cNvSpPr/>
            <p:nvPr/>
          </p:nvSpPr>
          <p:spPr>
            <a:xfrm>
              <a:off x="213152" y="257175"/>
              <a:ext cx="10556447" cy="1155878"/>
            </a:xfrm>
            <a:prstGeom prst="roundRect">
              <a:avLst>
                <a:gd name="adj" fmla="val 50000"/>
              </a:avLst>
            </a:prstGeom>
            <a:solidFill>
              <a:srgbClr val="DEE0E3"/>
            </a:solidFill>
            <a:ln w="952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AT" sz="1800" b="0" i="0" u="none" strike="noStrike" kern="0" cap="none" spc="0" normalizeH="0" baseline="0" noProof="0">
                <a:ln>
                  <a:noFill/>
                </a:ln>
                <a:solidFill>
                  <a:srgbClr val="000000"/>
                </a:solidFill>
                <a:effectLst/>
                <a:uLnTx/>
                <a:uFillTx/>
                <a:latin typeface="Bosch Office Sans"/>
                <a:ea typeface="+mn-ea"/>
                <a:cs typeface="+mn-cs"/>
              </a:endParaRPr>
            </a:p>
          </p:txBody>
        </p:sp>
        <p:sp>
          <p:nvSpPr>
            <p:cNvPr id="6" name="Textplatzhalter 6">
              <a:extLst>
                <a:ext uri="{FF2B5EF4-FFF2-40B4-BE49-F238E27FC236}">
                  <a16:creationId xmlns:a16="http://schemas.microsoft.com/office/drawing/2014/main" id="{858AA5B8-986D-AE22-4299-07D5A49169B6}"/>
                </a:ext>
              </a:extLst>
            </p:cNvPr>
            <p:cNvSpPr txBox="1">
              <a:spLocks/>
            </p:cNvSpPr>
            <p:nvPr/>
          </p:nvSpPr>
          <p:spPr>
            <a:xfrm>
              <a:off x="877593" y="520781"/>
              <a:ext cx="772223" cy="738664"/>
            </a:xfrm>
            <a:prstGeom prst="rect">
              <a:avLst/>
            </a:prstGeom>
          </p:spPr>
          <p:txBody>
            <a:bodyPr wrap="square" lIns="0" tIns="0" rIns="0" b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ct val="0"/>
                </a:spcAft>
                <a:buClrTx/>
                <a:buSzTx/>
                <a:buFont typeface="Arial" panose="020B0604020202020204" pitchFamily="34" charset="0"/>
                <a:buNone/>
                <a:tabLst/>
                <a:defRPr/>
              </a:pPr>
              <a:r>
                <a:rPr kumimoji="0" lang="en-GB" sz="4800" b="1" i="0" u="none" strike="noStrike" kern="1200" cap="none" spc="0" normalizeH="0" baseline="0" noProof="0" dirty="0">
                  <a:ln>
                    <a:noFill/>
                  </a:ln>
                  <a:solidFill>
                    <a:srgbClr val="671761"/>
                  </a:solidFill>
                  <a:effectLst/>
                  <a:uLnTx/>
                  <a:uFillTx/>
                  <a:latin typeface="Bosch Sans" panose="020B0604020202020204" pitchFamily="34" charset="0"/>
                  <a:ea typeface="+mn-ea"/>
                  <a:cs typeface="+mn-cs"/>
                </a:rPr>
                <a:t>07</a:t>
              </a:r>
            </a:p>
          </p:txBody>
        </p:sp>
        <p:pic>
          <p:nvPicPr>
            <p:cNvPr id="3" name="Picture 7">
              <a:extLst>
                <a:ext uri="{FF2B5EF4-FFF2-40B4-BE49-F238E27FC236}">
                  <a16:creationId xmlns:a16="http://schemas.microsoft.com/office/drawing/2014/main" id="{305CDAA0-E3F3-D712-2832-89DD5C5A9F94}"/>
                </a:ext>
              </a:extLst>
            </p:cNvPr>
            <p:cNvPicPr>
              <a:picLocks noChangeAspect="1"/>
            </p:cNvPicPr>
            <p:nvPr/>
          </p:nvPicPr>
          <p:blipFill rotWithShape="1">
            <a:blip r:embed="rId2">
              <a:extLst>
                <a:ext uri="{28A0092B-C50C-407E-A947-70E740481C1C}">
                  <a14:useLocalDpi xmlns:a14="http://schemas.microsoft.com/office/drawing/2010/main" val="0"/>
                </a:ext>
              </a:extLst>
            </a:blip>
            <a:srcRect l="9987" t="5964" r="3780" b="3911"/>
            <a:stretch/>
          </p:blipFill>
          <p:spPr>
            <a:xfrm>
              <a:off x="9668780" y="371910"/>
              <a:ext cx="927673" cy="926407"/>
            </a:xfrm>
            <a:prstGeom prst="rect">
              <a:avLst/>
            </a:prstGeom>
          </p:spPr>
        </p:pic>
        <p:sp>
          <p:nvSpPr>
            <p:cNvPr id="10" name="Textfeld 9">
              <a:extLst>
                <a:ext uri="{FF2B5EF4-FFF2-40B4-BE49-F238E27FC236}">
                  <a16:creationId xmlns:a16="http://schemas.microsoft.com/office/drawing/2014/main" id="{24F25E7A-32B3-FE63-9EA2-03FACDA8CC17}"/>
                </a:ext>
              </a:extLst>
            </p:cNvPr>
            <p:cNvSpPr txBox="1"/>
            <p:nvPr/>
          </p:nvSpPr>
          <p:spPr>
            <a:xfrm>
              <a:off x="2314257" y="690058"/>
              <a:ext cx="7868781" cy="400110"/>
            </a:xfrm>
            <a:prstGeom prst="rect">
              <a:avLst/>
            </a:prstGeom>
            <a:noFill/>
          </p:spPr>
          <p:txBody>
            <a:bodyPr wrap="square" lIns="0" tIns="0" rIns="0" bIns="0" rtlCol="0">
              <a:spAutoFit/>
            </a:bodyPr>
            <a:lstStyle/>
            <a:p>
              <a:pPr marR="0" algn="l" defTabSz="914400" eaLnBrk="1" fontAlgn="auto" latinLnBrk="0" hangingPunct="1">
                <a:spcBef>
                  <a:spcPts val="500"/>
                </a:spcBef>
                <a:spcAft>
                  <a:spcPts val="0"/>
                </a:spcAft>
                <a:buClrTx/>
                <a:buSzTx/>
                <a:buFontTx/>
                <a:buNone/>
                <a:tabLst/>
              </a:pPr>
              <a:r>
                <a:rPr kumimoji="0" lang="en-GB" sz="2600" b="1" i="0" u="none" strike="noStrike" kern="0" cap="none" spc="0" normalizeH="0" baseline="0" noProof="0" dirty="0">
                  <a:ln>
                    <a:noFill/>
                  </a:ln>
                  <a:solidFill>
                    <a:srgbClr val="000000"/>
                  </a:solidFill>
                  <a:effectLst/>
                  <a:uLnTx/>
                  <a:uFillTx/>
                </a:rPr>
                <a:t>QUESTIONS AND DISCUSSION</a:t>
              </a:r>
            </a:p>
          </p:txBody>
        </p:sp>
      </p:grpSp>
      <p:pic>
        <p:nvPicPr>
          <p:cNvPr id="8" name="Graphic 7">
            <a:extLst>
              <a:ext uri="{FF2B5EF4-FFF2-40B4-BE49-F238E27FC236}">
                <a16:creationId xmlns:a16="http://schemas.microsoft.com/office/drawing/2014/main" id="{BCA35062-7805-BD0F-0CFF-36C20A466BD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26113" y="5310987"/>
            <a:ext cx="714357" cy="714125"/>
          </a:xfrm>
          <a:prstGeom prst="rect">
            <a:avLst/>
          </a:prstGeom>
        </p:spPr>
      </p:pic>
      <p:pic>
        <p:nvPicPr>
          <p:cNvPr id="20" name="Picture 19">
            <a:extLst>
              <a:ext uri="{FF2B5EF4-FFF2-40B4-BE49-F238E27FC236}">
                <a16:creationId xmlns:a16="http://schemas.microsoft.com/office/drawing/2014/main" id="{109D0ABF-7C03-5E7D-1440-13BBA54BCC3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24867" y="1539372"/>
            <a:ext cx="3533622" cy="3533622"/>
          </a:xfrm>
          <a:prstGeom prst="rect">
            <a:avLst/>
          </a:prstGeom>
        </p:spPr>
      </p:pic>
    </p:spTree>
    <p:extLst>
      <p:ext uri="{BB962C8B-B14F-4D97-AF65-F5344CB8AC3E}">
        <p14:creationId xmlns:p14="http://schemas.microsoft.com/office/powerpoint/2010/main" val="74125642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AXMLTEMPLATE" val="presentation_169"/>
  <p:tag name="SAXMLCOMPANYNAME" val="bosch"/>
  <p:tag name="MLLANGUAGE" val="eng"/>
  <p:tag name="MLTEMPLATEVERSION" val="2.1"/>
  <p:tag name="SAXCONVERSION" val="2"/>
</p:tagLst>
</file>

<file path=ppt/theme/theme1.xml><?xml version="1.0" encoding="utf-8"?>
<a:theme xmlns:a="http://schemas.openxmlformats.org/drawingml/2006/main" name="Bosch 2024">
  <a:themeElements>
    <a:clrScheme name="Bosch Blau">
      <a:dk1>
        <a:sysClr val="windowText" lastClr="000000"/>
      </a:dk1>
      <a:lt1>
        <a:sysClr val="window" lastClr="FFFFFF"/>
      </a:lt1>
      <a:dk2>
        <a:srgbClr val="424C58"/>
      </a:dk2>
      <a:lt2>
        <a:srgbClr val="B2B3B5"/>
      </a:lt2>
      <a:accent1>
        <a:srgbClr val="007BC0"/>
      </a:accent1>
      <a:accent2>
        <a:srgbClr val="004975"/>
      </a:accent2>
      <a:accent3>
        <a:srgbClr val="007BC0"/>
      </a:accent3>
      <a:accent4>
        <a:srgbClr val="004975"/>
      </a:accent4>
      <a:accent5>
        <a:srgbClr val="007BC0"/>
      </a:accent5>
      <a:accent6>
        <a:srgbClr val="004975"/>
      </a:accent6>
      <a:hlink>
        <a:srgbClr val="738CB4"/>
      </a:hlink>
      <a:folHlink>
        <a:srgbClr val="B0BBD0"/>
      </a:folHlink>
    </a:clrScheme>
    <a:fontScheme name="Bosch">
      <a:majorFont>
        <a:latin typeface="Bosch Office Sans"/>
        <a:ea typeface=""/>
        <a:cs typeface=""/>
      </a:majorFont>
      <a:minorFont>
        <a:latin typeface="Bosch Office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9525" cap="flat" cmpd="sng" algn="ctr">
          <a:solidFill>
            <a:srgbClr val="3F136C"/>
          </a:solidFill>
          <a:prstDash val="solid"/>
        </a:ln>
        <a:effectLst/>
      </a:spPr>
      <a:bodyPr rtlCol="0" anchor="ctr"/>
      <a:lstStyle>
        <a:defPPr marL="0" marR="0" indent="0" algn="ctr" defTabSz="914400" eaLnBrk="1" fontAlgn="auto" latinLnBrk="0" hangingPunct="1">
          <a:lnSpc>
            <a:spcPct val="100000"/>
          </a:lnSpc>
          <a:spcBef>
            <a:spcPts val="0"/>
          </a:spcBef>
          <a:spcAft>
            <a:spcPts val="0"/>
          </a:spcAft>
          <a:buClrTx/>
          <a:buSzTx/>
          <a:buFontTx/>
          <a:buNone/>
          <a:tabLst/>
          <a:defRPr kumimoji="0" sz="1800" b="0" i="0" u="none" strike="noStrike" kern="0" cap="none" spc="0" normalizeH="0" baseline="0" noProof="0" dirty="0" smtClean="0">
            <a:ln>
              <a:noFill/>
            </a:ln>
            <a:solidFill>
              <a:srgbClr val="000000"/>
            </a:solidFill>
            <a:effectLst/>
            <a:uLnTx/>
            <a:uFillTx/>
            <a:latin typeface="Bosch Office Sans"/>
            <a:ea typeface="+mn-ea"/>
            <a:cs typeface="+mn-cs"/>
          </a:defRPr>
        </a:defPPr>
      </a:lstStyle>
    </a:spDef>
    <a:txDef>
      <a:spPr>
        <a:noFill/>
      </a:spPr>
      <a:bodyPr wrap="square" lIns="0" tIns="0" rIns="0" bIns="0" rtlCol="0">
        <a:noAutofit/>
      </a:bodyPr>
      <a:lstStyle>
        <a:defPPr marR="0" algn="l" defTabSz="914400" eaLnBrk="1" fontAlgn="auto" latinLnBrk="0" hangingPunct="1">
          <a:spcBef>
            <a:spcPts val="500"/>
          </a:spcBef>
          <a:spcAft>
            <a:spcPts val="0"/>
          </a:spcAft>
          <a:buClrTx/>
          <a:buSzTx/>
          <a:buFontTx/>
          <a:buNone/>
          <a:tabLst/>
          <a:defRPr kumimoji="0" sz="1800" b="0" i="0" u="none" strike="noStrike" kern="0" cap="none" spc="0" normalizeH="0" baseline="0" noProof="0" smtClean="0">
            <a:ln>
              <a:noFill/>
            </a:ln>
            <a:solidFill>
              <a:srgbClr val="000000"/>
            </a:solidFill>
            <a:effectLst/>
            <a:uLnTx/>
            <a:uFillTx/>
          </a:defRPr>
        </a:defPPr>
      </a:lstStyle>
    </a:txDef>
  </a:objectDefaults>
  <a:extraClrSchemeLst/>
  <a:custClrLst>
    <a:custClr name="Bosch Red 50">
      <a:srgbClr val="ED0007"/>
    </a:custClr>
    <a:custClr name="Bosch Purple 40">
      <a:srgbClr val="9E2896"/>
    </a:custClr>
    <a:custClr name="Bosch Purple 20">
      <a:srgbClr val="551151"/>
    </a:custClr>
    <a:custClr name="Bosch Blue 50">
      <a:srgbClr val="007BC0"/>
    </a:custClr>
    <a:custClr name="Bosch Blue 30">
      <a:srgbClr val="004975"/>
    </a:custClr>
    <a:custClr name="Bosch Turquoise 50">
      <a:srgbClr val="18837E"/>
    </a:custClr>
    <a:custClr name="Bosch Turquoise 30">
      <a:srgbClr val="0A4F4B"/>
    </a:custClr>
    <a:custClr name="Bosch Green 50">
      <a:srgbClr val="00884A"/>
    </a:custClr>
    <a:custClr name="Bosch Green 30">
      <a:srgbClr val="00512A"/>
    </a:custClr>
    <a:custClr name="Bosch Gray 50">
      <a:srgbClr val="71767C"/>
    </a:custClr>
  </a:custClrLst>
  <a:extLst>
    <a:ext uri="{05A4C25C-085E-4340-85A3-A5531E510DB2}">
      <thm15:themeFamily xmlns:thm15="http://schemas.microsoft.com/office/thememl/2012/main" name="template1.potx" id="{BD6EC1D4-B152-4B75-85DB-48DC16B7ED8A}" vid="{233A9649-CE92-4BEC-B45F-441AA90A9001}"/>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saxML>
  <saxMLTemplate>presentation_169</saxMLTemplate>
  <Variablen>
    <Variable>
      <Name>attachmentremark</Name>
      <OrgInhalt/>
      <Wert/>
      <Platzhalter>False</Platzhalter>
      <DocDatenDialog>True</DocDatenDialog>
      <Label>Attachment</Label>
      <FrageVar>False</FrageVar>
      <Prefix/>
      <Suffix/>
      <WegfallVar/>
      <MussFeld>False</MussFeld>
      <InDokument>True</InDokument>
      <Sektion>AttachmentRemark</Sektion>
      <Reihenfolge>0</Reihenfolge>
    </Variable>
    <Variable>
      <Name>departmentshort</Name>
      <OrgInhalt>PS/BDO Xelerator</OrgInhalt>
      <Wert>PS/BDO Xelerator</Wert>
      <Platzhalter>False</Platzhalter>
      <DocDatenDialog>True</DocDatenDialog>
      <Label>Authoring</Label>
      <FrageVar>False</FrageVar>
      <Prefix/>
      <Suffix/>
      <WegfallVar/>
      <MussFeld>False</MussFeld>
      <Trenner>
        <VariableVor>confidentiality</VariableVor>
        <VariableVor>businessunit</VariableVor>
        <Zwischen> | </Zwischen>
        <VariableNach>departmentshort</VariableNach>
      </Trenner>
      <InDokument>True</InDokument>
      <Sektion>Bosch_footer_1</Sektion>
      <Reihenfolge/>
    </Variable>
    <Variable>
      <Name>confidentiality</Name>
      <OrgInhalt>Internal</OrgInhalt>
      <Wert>Internal</Wert>
      <Platzhalter>False</Platzhalter>
      <DocDatenDialog>True</DocDatenDialog>
      <Label>Notation of confidentiality</Label>
      <FrageVar>False</FrageVar>
      <Prefix/>
      <Suffix/>
      <WegfallVar/>
      <ComboBox>
        <Option>Internal</Option>
        <Option>Confidential</Option>
        <Option>Strictly confidential</Option>
        <Option/>
      </ComboBox>
      <MussFeld>False</MussFeld>
      <InDokument>True</InDokument>
      <Sektion>Bosch_footer_1</Sektion>
      <Reihenfolge>0</Reihenfolge>
    </Variable>
    <Variable>
      <Name>copyright</Name>
      <OrgInhalt>© Robert Bosch GmbH 2024. All rights reserved, also regarding any disposal, exploitation, reproduction, editing, distribution, as well as in the event of applications for industrial property rights.</OrgInhalt>
      <Wert>© Robert Bosch GmbH 2024. All rights reserved, also regarding any disposal, exploitation, reproduction, editing, distribution, as well as in the event of applications for industrial property rights.</Wert>
      <Platzhalter>False</Platzhalter>
      <DocDatenDialog>False</DocDatenDialog>
      <Label>$tr_copyright$</Label>
      <FrageVar>False</FrageVar>
      <Prefix/>
      <Suffix/>
      <WegfallVar/>
      <MussFeld>False</MussFeld>
      <Trenner>
        <VariableVor>repositoryremark</VariableVor>
        <Zwischen>&lt;br&gt;</Zwischen>
        <VariableNach>copyright</VariableNach>
      </Trenner>
      <InDokument>True</InDokument>
      <Sektion>Bosch_footer_2</Sektion>
      <Reihenfolge/>
    </Variable>
    <Variable>
      <Name>dateformat</Name>
      <OrgInhalt>2024-10-22</OrgInhalt>
      <Wert>2024-11-06</Wert>
      <Platzhalter>False</Platzhalter>
      <DocDatenDialog>True</DocDatenDialog>
      <Label>Date</Label>
      <FrageVar>False</FrageVar>
      <Prefix/>
      <Suffix/>
      <WegfallVar/>
      <MussFeld>False</MussFeld>
      <Trenner>
        <VariableVor>departmentshort</VariableVor>
        <VariableVor>confidentiality</VariableVor>
        <VariableVor>businessunit</VariableVor>
        <Zwischen> | </Zwischen>
        <VariableNach>dateformat</VariableNach>
      </Trenner>
      <InDokument>True</InDokument>
      <Sektion>Bosch_footer_1</Sektion>
      <Reihenfolge>0</Reihenfolge>
    </Variable>
    <Variable>
      <Name>businessunit</Name>
      <OrgInhalt/>
      <Wert/>
      <Platzhalter>False</Platzhalter>
      <DocDatenDialog>False</DocDatenDialog>
      <Label>$tr_businessunit$</Label>
      <FrageVar>False</FrageVar>
      <Prefix/>
      <Suffix/>
      <WegfallVar/>
      <MussFeld>False</MussFeld>
      <Trenner>
        <VariableVor>confidentiality</VariableVor>
        <Zwischen> | </Zwischen>
        <VariableNach>businessunit</VariableNach>
      </Trenner>
      <InDokument>True</InDokument>
      <Sektion>Bosch_footer_1</Sektion>
      <Reihenfolge>0</Reihenfolge>
    </Variable>
    <Variable>
      <Name>repositoryremark</Name>
      <OrgInhalt/>
      <Wert/>
      <Platzhalter>False</Platzhalter>
      <DocDatenDialog>True</DocDatenDialog>
      <Label>Filing note</Label>
      <FrageVar>False</FrageVar>
      <Prefix/>
      <Suffix/>
      <WegfallVar/>
      <MussFeld>False</MussFeld>
      <InDokument>True</InDokument>
      <Sektion>Bosch_footer_2</Sektion>
      <Reihenfolge>0</Reihenfolge>
    </Variable>
  </Variablen>
</saxML>
</file>

<file path=customXml/item2.xml>
</file>

<file path=customXml/item3.xml>
</file>

<file path=customXml/item4.xml><?xml version="1.0" encoding="utf-8"?>
<sax_Colors>
  <Line size="7">
    <Color val="9e2896" tooltip="Bosch Purple 40"/>
    <Color val="551151" tooltip="Bosch Purple 20"/>
  </Line>
  <Line size="7">
    <Color val="007bc0" tooltip="Bosch Blue 50"/>
    <Color val="004975" tooltip="Bosch Blue 30"/>
  </Line>
  <Line size="7">
    <Color val="18837e" tooltip="Bosch Turquoise 50"/>
    <Color val="0a4f4b" tooltip="Bosch Turquoise 30"/>
  </Line>
  <Line size="7">
    <Color val="00884a" tooltip="Bosch Green 50"/>
    <Color val="00512a" tooltip="Bosch Green 30"/>
  </Line>
</sax_Colors>
</file>

<file path=customXml/itemProps1.xml><?xml version="1.0" encoding="utf-8"?>
<ds:datastoreItem xmlns:ds="http://schemas.openxmlformats.org/officeDocument/2006/customXml" ds:itemID="{D5E87F05-ABD9-4072-BD36-C58709F1C44C}">
  <ds:schemaRefs/>
</ds:datastoreItem>
</file>

<file path=customXml/itemProps2.xml><?xml version="1.0" encoding="utf-8"?>
<ds:datastoreItem xmlns:ds="http://schemas.openxmlformats.org/officeDocument/2006/customXml" ds:itemID="{2869EA69-8056-4D5F-B79E-8B5AF3B12F17}"/>
</file>

<file path=customXml/itemProps3.xml><?xml version="1.0" encoding="utf-8"?>
<ds:datastoreItem xmlns:ds="http://schemas.openxmlformats.org/officeDocument/2006/customXml" ds:itemID="{3B7CBBC0-29E9-4A43-90C7-B4FCCE335CFE}"/>
</file>

<file path=customXml/itemProps4.xml><?xml version="1.0" encoding="utf-8"?>
<ds:datastoreItem xmlns:ds="http://schemas.openxmlformats.org/officeDocument/2006/customXml" ds:itemID="{D0252559-44F8-474C-B66D-E357B88E32C2}">
  <ds:schemaRefs/>
</ds:datastoreItem>
</file>

<file path=docProps/app.xml><?xml version="1.0" encoding="utf-8"?>
<Properties xmlns="http://schemas.openxmlformats.org/officeDocument/2006/extended-properties" xmlns:vt="http://schemas.openxmlformats.org/officeDocument/2006/docPropsVTypes">
  <Template/>
  <TotalTime>0</TotalTime>
  <Words>774</Words>
  <Application>Microsoft Office PowerPoint</Application>
  <PresentationFormat>Custom</PresentationFormat>
  <Paragraphs>96</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Bosch Office Sans</vt:lpstr>
      <vt:lpstr>Bosch Sans</vt:lpstr>
      <vt:lpstr>Calibri</vt:lpstr>
      <vt:lpstr>Symbol</vt:lpstr>
      <vt:lpstr>Wingdings</vt:lpstr>
      <vt:lpstr>Bosch 2024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Henle Alexander (PS/BDO)</dc:creator>
  <cp:lastModifiedBy>Khamess Nael (XC-AS/EDA4)</cp:lastModifiedBy>
  <cp:revision>36</cp:revision>
  <dcterms:created xsi:type="dcterms:W3CDTF">2018-01-19T09:06:36Z</dcterms:created>
  <dcterms:modified xsi:type="dcterms:W3CDTF">2025-12-04T09:31:24Z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ttachmentremark">
    <vt:lpwstr>$attachmentremark$</vt:lpwstr>
  </property>
  <property fmtid="{D5CDD505-2E9C-101B-9397-08002B2CF9AE}" pid="3" name="confidentiality">
    <vt:lpwstr>$confidentiality_internal$</vt:lpwstr>
  </property>
  <property fmtid="{D5CDD505-2E9C-101B-9397-08002B2CF9AE}" pid="4" name="copyright">
    <vt:lpwstr>$copyright$</vt:lpwstr>
  </property>
  <property fmtid="{D5CDD505-2E9C-101B-9397-08002B2CF9AE}" pid="5" name="dateformat">
    <vt:lpwstr>$dateformat$</vt:lpwstr>
  </property>
  <property fmtid="{D5CDD505-2E9C-101B-9397-08002B2CF9AE}" pid="6" name="businessunit">
    <vt:lpwstr>$businessunit$</vt:lpwstr>
  </property>
  <property fmtid="{D5CDD505-2E9C-101B-9397-08002B2CF9AE}" pid="7" name="repositoryremark">
    <vt:lpwstr>$repositoryremark$</vt:lpwstr>
  </property>
</Properties>
</file>